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2" d="100"/>
          <a:sy n="72" d="100"/>
        </p:scale>
        <p:origin x="1075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deye Isseu GUEYE" userId="da09e93860a22514" providerId="LiveId" clId="{8BFDE104-8F5D-4123-8C85-0A86E213084F}"/>
    <pc:docChg chg="addSld">
      <pc:chgData name="Ndeye Isseu GUEYE" userId="da09e93860a22514" providerId="LiveId" clId="{8BFDE104-8F5D-4123-8C85-0A86E213084F}" dt="2026-06-28T18:45:27.637" v="0" actId="680"/>
      <pc:docMkLst>
        <pc:docMk/>
      </pc:docMkLst>
      <pc:sldChg chg="new">
        <pc:chgData name="Ndeye Isseu GUEYE" userId="da09e93860a22514" providerId="LiveId" clId="{8BFDE104-8F5D-4123-8C85-0A86E213084F}" dt="2026-06-28T18:45:27.637" v="0" actId="680"/>
        <pc:sldMkLst>
          <pc:docMk/>
          <pc:sldMk cId="1290441017" sldId="256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F97AE11-E596-DDA2-4118-5490F53715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SN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88EBC82-577C-0BDE-8CF7-5238A7A46F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SN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0342B9C-C695-2250-8513-DBBC5B6419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DC552-D2FA-46BD-AF87-B0576BCD91B6}" type="datetimeFigureOut">
              <a:rPr lang="fr-SN" smtClean="0"/>
              <a:t>28/06/2026</a:t>
            </a:fld>
            <a:endParaRPr lang="fr-SN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F84270D-9016-DB58-B5AB-D26B18AE34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SN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44C03B2-64DF-C798-03AA-BFF13BF28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AFD8DD-7C11-46D5-B0B0-329C9AD91751}" type="slidenum">
              <a:rPr lang="fr-SN" smtClean="0"/>
              <a:t>‹N°›</a:t>
            </a:fld>
            <a:endParaRPr lang="fr-SN"/>
          </a:p>
        </p:txBody>
      </p:sp>
    </p:spTree>
    <p:extLst>
      <p:ext uri="{BB962C8B-B14F-4D97-AF65-F5344CB8AC3E}">
        <p14:creationId xmlns:p14="http://schemas.microsoft.com/office/powerpoint/2010/main" val="9426009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AB3CE3D-3BC8-951A-04DF-049585E5C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SN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CA9CAC2-CE10-C477-FE41-863BE35909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SN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0A207CB-9F29-A5DE-A50E-5A4DA8811B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DC552-D2FA-46BD-AF87-B0576BCD91B6}" type="datetimeFigureOut">
              <a:rPr lang="fr-SN" smtClean="0"/>
              <a:t>28/06/2026</a:t>
            </a:fld>
            <a:endParaRPr lang="fr-SN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296F1F6-3C21-3EF0-8CD1-2901A8FB0A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SN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B365C9E-97B7-7B03-C8DA-300618517E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AFD8DD-7C11-46D5-B0B0-329C9AD91751}" type="slidenum">
              <a:rPr lang="fr-SN" smtClean="0"/>
              <a:t>‹N°›</a:t>
            </a:fld>
            <a:endParaRPr lang="fr-SN"/>
          </a:p>
        </p:txBody>
      </p:sp>
    </p:spTree>
    <p:extLst>
      <p:ext uri="{BB962C8B-B14F-4D97-AF65-F5344CB8AC3E}">
        <p14:creationId xmlns:p14="http://schemas.microsoft.com/office/powerpoint/2010/main" val="31628331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5658FA7-6CBA-F8BE-1D48-0073B54DA5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SN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697EBA0-B7EB-5F26-B3E7-86FBBABB7A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F4940E-24EA-CBD5-AAE1-D78F9BF0BA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DC552-D2FA-46BD-AF87-B0576BCD91B6}" type="datetimeFigureOut">
              <a:rPr lang="fr-SN" smtClean="0"/>
              <a:t>28/06/2026</a:t>
            </a:fld>
            <a:endParaRPr lang="fr-SN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177D8F0-1E73-97B5-488F-93BE8BAAF2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SN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D624EB9-4D1D-8C8A-FBE0-DC23AC700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AFD8DD-7C11-46D5-B0B0-329C9AD91751}" type="slidenum">
              <a:rPr lang="fr-SN" smtClean="0"/>
              <a:t>‹N°›</a:t>
            </a:fld>
            <a:endParaRPr lang="fr-SN"/>
          </a:p>
        </p:txBody>
      </p:sp>
    </p:spTree>
    <p:extLst>
      <p:ext uri="{BB962C8B-B14F-4D97-AF65-F5344CB8AC3E}">
        <p14:creationId xmlns:p14="http://schemas.microsoft.com/office/powerpoint/2010/main" val="2036729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4087A83-BC5F-6485-794D-662824B5CE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SN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37B7A17-B996-69EB-2E1C-B8A139B7FD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SN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7AD505A-A87F-144A-6AD4-CB373944E0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SN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C081D39-2142-2E48-97FB-B88E18A9D0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DC552-D2FA-46BD-AF87-B0576BCD91B6}" type="datetimeFigureOut">
              <a:rPr lang="fr-SN" smtClean="0"/>
              <a:t>28/06/2026</a:t>
            </a:fld>
            <a:endParaRPr lang="fr-SN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14332A30-288D-75BB-E339-F6CA231A1B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SN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5513B54-2F2B-86C2-B103-AF37050AD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AFD8DD-7C11-46D5-B0B0-329C9AD91751}" type="slidenum">
              <a:rPr lang="fr-SN" smtClean="0"/>
              <a:t>‹N°›</a:t>
            </a:fld>
            <a:endParaRPr lang="fr-SN"/>
          </a:p>
        </p:txBody>
      </p:sp>
    </p:spTree>
    <p:extLst>
      <p:ext uri="{BB962C8B-B14F-4D97-AF65-F5344CB8AC3E}">
        <p14:creationId xmlns:p14="http://schemas.microsoft.com/office/powerpoint/2010/main" val="21332166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5375203-135F-754C-B1C9-EB74622AED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SN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199CA5E-E952-CCAB-77FF-6FF4B238CC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07347EF9-6FF4-C9F5-1653-4579B7C381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SN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1C10C472-E825-7238-D994-F523BA664C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A5B61A5A-F071-62F8-4F34-42057BCA85B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SN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8538C60F-E004-CD1D-635D-E28752AE25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DC552-D2FA-46BD-AF87-B0576BCD91B6}" type="datetimeFigureOut">
              <a:rPr lang="fr-SN" smtClean="0"/>
              <a:t>28/06/2026</a:t>
            </a:fld>
            <a:endParaRPr lang="fr-SN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03885C67-2B23-C008-9929-03A90EC337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SN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C333166E-A0FC-5CB2-1FA4-F1DED2A91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AFD8DD-7C11-46D5-B0B0-329C9AD91751}" type="slidenum">
              <a:rPr lang="fr-SN" smtClean="0"/>
              <a:t>‹N°›</a:t>
            </a:fld>
            <a:endParaRPr lang="fr-SN"/>
          </a:p>
        </p:txBody>
      </p:sp>
    </p:spTree>
    <p:extLst>
      <p:ext uri="{BB962C8B-B14F-4D97-AF65-F5344CB8AC3E}">
        <p14:creationId xmlns:p14="http://schemas.microsoft.com/office/powerpoint/2010/main" val="12500147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10497CF-3740-E3B3-4933-5988889225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SN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0E443A18-78D6-6C29-30CF-BD257C9BD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DC552-D2FA-46BD-AF87-B0576BCD91B6}" type="datetimeFigureOut">
              <a:rPr lang="fr-SN" smtClean="0"/>
              <a:t>28/06/2026</a:t>
            </a:fld>
            <a:endParaRPr lang="fr-SN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C939E72-6645-5507-76C9-C06C17388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SN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CD677B0-4291-AC3A-0D3F-E79BE8454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AFD8DD-7C11-46D5-B0B0-329C9AD91751}" type="slidenum">
              <a:rPr lang="fr-SN" smtClean="0"/>
              <a:t>‹N°›</a:t>
            </a:fld>
            <a:endParaRPr lang="fr-SN"/>
          </a:p>
        </p:txBody>
      </p:sp>
    </p:spTree>
    <p:extLst>
      <p:ext uri="{BB962C8B-B14F-4D97-AF65-F5344CB8AC3E}">
        <p14:creationId xmlns:p14="http://schemas.microsoft.com/office/powerpoint/2010/main" val="37931810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690461C1-AA6B-CE49-D05C-84592BA5AA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DC552-D2FA-46BD-AF87-B0576BCD91B6}" type="datetimeFigureOut">
              <a:rPr lang="fr-SN" smtClean="0"/>
              <a:t>28/06/2026</a:t>
            </a:fld>
            <a:endParaRPr lang="fr-SN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438CC8C1-F209-1024-0445-8F08A02AE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SN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0E6CC9F-7985-6FE0-4276-F3035562A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AFD8DD-7C11-46D5-B0B0-329C9AD91751}" type="slidenum">
              <a:rPr lang="fr-SN" smtClean="0"/>
              <a:t>‹N°›</a:t>
            </a:fld>
            <a:endParaRPr lang="fr-SN"/>
          </a:p>
        </p:txBody>
      </p:sp>
    </p:spTree>
    <p:extLst>
      <p:ext uri="{BB962C8B-B14F-4D97-AF65-F5344CB8AC3E}">
        <p14:creationId xmlns:p14="http://schemas.microsoft.com/office/powerpoint/2010/main" val="42101264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9B6D3E-0058-C02C-598F-464C93BBD7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SN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1C02149-9E2D-E6CB-E20B-304774816A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SN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4FF6496-3AAB-A167-C136-C811CFD464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15D47CD-3809-B19D-AF88-62499E0F6B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DC552-D2FA-46BD-AF87-B0576BCD91B6}" type="datetimeFigureOut">
              <a:rPr lang="fr-SN" smtClean="0"/>
              <a:t>28/06/2026</a:t>
            </a:fld>
            <a:endParaRPr lang="fr-SN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79470A6-6C1B-6C24-4852-4D9ABBD06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SN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701B908-6FF9-85BD-0093-4FBD7F04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AFD8DD-7C11-46D5-B0B0-329C9AD91751}" type="slidenum">
              <a:rPr lang="fr-SN" smtClean="0"/>
              <a:t>‹N°›</a:t>
            </a:fld>
            <a:endParaRPr lang="fr-SN"/>
          </a:p>
        </p:txBody>
      </p:sp>
    </p:spTree>
    <p:extLst>
      <p:ext uri="{BB962C8B-B14F-4D97-AF65-F5344CB8AC3E}">
        <p14:creationId xmlns:p14="http://schemas.microsoft.com/office/powerpoint/2010/main" val="16159072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C2FE399-B3E9-80A1-831C-00492B84B8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SN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513234A2-6794-3B05-5562-7D1E2A431A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SN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8AAA4067-BA10-E29A-B900-4A4274E17C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8D25BA1-F718-7008-2046-0FEFF1AE4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DC552-D2FA-46BD-AF87-B0576BCD91B6}" type="datetimeFigureOut">
              <a:rPr lang="fr-SN" smtClean="0"/>
              <a:t>28/06/2026</a:t>
            </a:fld>
            <a:endParaRPr lang="fr-SN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A54E8F2-C96B-9553-DA82-176CB53E8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SN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89BACF3-189D-CBBD-A5AF-F12614E1B1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AFD8DD-7C11-46D5-B0B0-329C9AD91751}" type="slidenum">
              <a:rPr lang="fr-SN" smtClean="0"/>
              <a:t>‹N°›</a:t>
            </a:fld>
            <a:endParaRPr lang="fr-SN"/>
          </a:p>
        </p:txBody>
      </p:sp>
    </p:spTree>
    <p:extLst>
      <p:ext uri="{BB962C8B-B14F-4D97-AF65-F5344CB8AC3E}">
        <p14:creationId xmlns:p14="http://schemas.microsoft.com/office/powerpoint/2010/main" val="33416276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A6605A-7D3C-736F-1275-7DC566E5FB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SN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1ACCB66-A315-7939-4F88-B0C52A8EE3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SN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F8742CF-AD0E-EF0E-1008-C9E3E72C8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DC552-D2FA-46BD-AF87-B0576BCD91B6}" type="datetimeFigureOut">
              <a:rPr lang="fr-SN" smtClean="0"/>
              <a:t>28/06/2026</a:t>
            </a:fld>
            <a:endParaRPr lang="fr-SN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8CE71F4-6267-2272-0D8F-84B69CF4D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SN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D336807-5AB9-87A4-F829-11B45C618A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AFD8DD-7C11-46D5-B0B0-329C9AD91751}" type="slidenum">
              <a:rPr lang="fr-SN" smtClean="0"/>
              <a:t>‹N°›</a:t>
            </a:fld>
            <a:endParaRPr lang="fr-SN"/>
          </a:p>
        </p:txBody>
      </p:sp>
    </p:spTree>
    <p:extLst>
      <p:ext uri="{BB962C8B-B14F-4D97-AF65-F5344CB8AC3E}">
        <p14:creationId xmlns:p14="http://schemas.microsoft.com/office/powerpoint/2010/main" val="8786216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D6029158-6E3B-3639-6C64-9B19E17EDF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SN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703BFE8B-E55D-BA92-5768-66EB1BB162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SN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22B95E5-55CD-9634-4AD6-96BB5F59EE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DC552-D2FA-46BD-AF87-B0576BCD91B6}" type="datetimeFigureOut">
              <a:rPr lang="fr-SN" smtClean="0"/>
              <a:t>28/06/2026</a:t>
            </a:fld>
            <a:endParaRPr lang="fr-SN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588A1B2-6756-D616-4C49-7D9A521D34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SN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90A70A7-60C6-D99A-3EB0-EF2915AD16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AFD8DD-7C11-46D5-B0B0-329C9AD91751}" type="slidenum">
              <a:rPr lang="fr-SN" smtClean="0"/>
              <a:t>‹N°›</a:t>
            </a:fld>
            <a:endParaRPr lang="fr-SN"/>
          </a:p>
        </p:txBody>
      </p:sp>
    </p:spTree>
    <p:extLst>
      <p:ext uri="{BB962C8B-B14F-4D97-AF65-F5344CB8AC3E}">
        <p14:creationId xmlns:p14="http://schemas.microsoft.com/office/powerpoint/2010/main" val="30907933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15032EFC-8813-1F77-4B5D-2F8BA83A23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SN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785FE62-7848-844D-AB64-5554391A38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SN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AB4EBA5-F7FE-3FB6-8D46-AA2D46E4385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9DC552-D2FA-46BD-AF87-B0576BCD91B6}" type="datetimeFigureOut">
              <a:rPr lang="fr-SN" smtClean="0"/>
              <a:t>28/06/2026</a:t>
            </a:fld>
            <a:endParaRPr lang="fr-SN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0ED3914-1F75-FA67-9BE0-A4FA90420B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SN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9C42862-4AE9-DEED-4BC7-65E918AE6D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AFD8DD-7C11-46D5-B0B0-329C9AD91751}" type="slidenum">
              <a:rPr lang="fr-SN" smtClean="0"/>
              <a:t>‹N°›</a:t>
            </a:fld>
            <a:endParaRPr lang="fr-SN"/>
          </a:p>
        </p:txBody>
      </p:sp>
    </p:spTree>
    <p:extLst>
      <p:ext uri="{BB962C8B-B14F-4D97-AF65-F5344CB8AC3E}">
        <p14:creationId xmlns:p14="http://schemas.microsoft.com/office/powerpoint/2010/main" val="946598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11D1710-05F6-112A-C779-9F6EE6229F0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SN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DA483B3-02BE-6D25-0F95-D72E92B12DF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SN"/>
          </a:p>
        </p:txBody>
      </p:sp>
    </p:spTree>
    <p:extLst>
      <p:ext uri="{BB962C8B-B14F-4D97-AF65-F5344CB8AC3E}">
        <p14:creationId xmlns:p14="http://schemas.microsoft.com/office/powerpoint/2010/main" val="129044101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Grand écran</PresentationFormat>
  <Paragraphs>0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Thème Office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Ndeye Isseu GUEYE</dc:creator>
  <cp:lastModifiedBy>Ndeye Isseu GUEYE</cp:lastModifiedBy>
  <cp:revision>1</cp:revision>
  <dcterms:created xsi:type="dcterms:W3CDTF">2026-06-28T18:45:14Z</dcterms:created>
  <dcterms:modified xsi:type="dcterms:W3CDTF">2026-06-28T18:45:36Z</dcterms:modified>
</cp:coreProperties>
</file>