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9B4D1C-9C5C-4C07-B54A-275DB49C75E0}" v="21" dt="2026-06-28T22:44:57.9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7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deye Isseu GUEYE" userId="da09e93860a22514" providerId="LiveId" clId="{8BFDE104-8F5D-4123-8C85-0A86E213084F}"/>
    <pc:docChg chg="undo custSel addSld delSld modSld">
      <pc:chgData name="Ndeye Isseu GUEYE" userId="da09e93860a22514" providerId="LiveId" clId="{8BFDE104-8F5D-4123-8C85-0A86E213084F}" dt="2026-06-28T22:47:52.872" v="567" actId="26606"/>
      <pc:docMkLst>
        <pc:docMk/>
      </pc:docMkLst>
      <pc:sldChg chg="addSp delSp modSp new mod setBg delDesignElem">
        <pc:chgData name="Ndeye Isseu GUEYE" userId="da09e93860a22514" providerId="LiveId" clId="{8BFDE104-8F5D-4123-8C85-0A86E213084F}" dt="2026-06-28T22:45:18.796" v="518" actId="26606"/>
        <pc:sldMkLst>
          <pc:docMk/>
          <pc:sldMk cId="2373427271" sldId="256"/>
        </pc:sldMkLst>
        <pc:spChg chg="mod">
          <ac:chgData name="Ndeye Isseu GUEYE" userId="da09e93860a22514" providerId="LiveId" clId="{8BFDE104-8F5D-4123-8C85-0A86E213084F}" dt="2026-06-28T22:45:18.796" v="518" actId="26606"/>
          <ac:spMkLst>
            <pc:docMk/>
            <pc:sldMk cId="2373427271" sldId="256"/>
            <ac:spMk id="2" creationId="{C8F570F6-0BF8-9EAB-F90C-32C3275C29B1}"/>
          </ac:spMkLst>
        </pc:spChg>
        <pc:spChg chg="mod">
          <ac:chgData name="Ndeye Isseu GUEYE" userId="da09e93860a22514" providerId="LiveId" clId="{8BFDE104-8F5D-4123-8C85-0A86E213084F}" dt="2026-06-28T22:45:18.796" v="518" actId="26606"/>
          <ac:spMkLst>
            <pc:docMk/>
            <pc:sldMk cId="2373427271" sldId="256"/>
            <ac:spMk id="3" creationId="{6C89E52C-9493-6E96-755E-C80F182EE4ED}"/>
          </ac:spMkLst>
        </pc:spChg>
        <pc:spChg chg="add del">
          <ac:chgData name="Ndeye Isseu GUEYE" userId="da09e93860a22514" providerId="LiveId" clId="{8BFDE104-8F5D-4123-8C85-0A86E213084F}" dt="2026-06-28T22:45:05.549" v="513" actId="26606"/>
          <ac:spMkLst>
            <pc:docMk/>
            <pc:sldMk cId="2373427271" sldId="256"/>
            <ac:spMk id="7" creationId="{F94AA2BD-2E3F-4B1D-8127-5744B8115311}"/>
          </ac:spMkLst>
        </pc:spChg>
        <pc:spChg chg="add del">
          <ac:chgData name="Ndeye Isseu GUEYE" userId="da09e93860a22514" providerId="LiveId" clId="{8BFDE104-8F5D-4123-8C85-0A86E213084F}" dt="2026-06-28T22:45:05.549" v="513" actId="26606"/>
          <ac:spMkLst>
            <pc:docMk/>
            <pc:sldMk cId="2373427271" sldId="256"/>
            <ac:spMk id="8" creationId="{4BD02261-2DC8-4AA8-9E16-7751AE892445}"/>
          </ac:spMkLst>
        </pc:spChg>
        <pc:spChg chg="add del">
          <ac:chgData name="Ndeye Isseu GUEYE" userId="da09e93860a22514" providerId="LiveId" clId="{8BFDE104-8F5D-4123-8C85-0A86E213084F}" dt="2026-06-28T22:45:05.549" v="513" actId="26606"/>
          <ac:spMkLst>
            <pc:docMk/>
            <pc:sldMk cId="2373427271" sldId="256"/>
            <ac:spMk id="9" creationId="{3D752CF2-2291-40B5-B462-C17B174C10BC}"/>
          </ac:spMkLst>
        </pc:spChg>
        <pc:spChg chg="add del">
          <ac:chgData name="Ndeye Isseu GUEYE" userId="da09e93860a22514" providerId="LiveId" clId="{8BFDE104-8F5D-4123-8C85-0A86E213084F}" dt="2026-06-28T22:44:49.968" v="507" actId="26606"/>
          <ac:spMkLst>
            <pc:docMk/>
            <pc:sldMk cId="2373427271" sldId="256"/>
            <ac:spMk id="10" creationId="{9B7AD9F6-8CE7-4299-8FC6-328F4DCD3FF9}"/>
          </ac:spMkLst>
        </pc:spChg>
        <pc:spChg chg="add del">
          <ac:chgData name="Ndeye Isseu GUEYE" userId="da09e93860a22514" providerId="LiveId" clId="{8BFDE104-8F5D-4123-8C85-0A86E213084F}" dt="2026-06-28T22:45:12.048" v="515" actId="26606"/>
          <ac:spMkLst>
            <pc:docMk/>
            <pc:sldMk cId="2373427271" sldId="256"/>
            <ac:spMk id="11" creationId="{FFD44BAB-2F3A-4B95-B9D3-E5B819787FF3}"/>
          </ac:spMkLst>
        </pc:spChg>
        <pc:spChg chg="add del">
          <ac:chgData name="Ndeye Isseu GUEYE" userId="da09e93860a22514" providerId="LiveId" clId="{8BFDE104-8F5D-4123-8C85-0A86E213084F}" dt="2026-06-28T22:44:49.968" v="507" actId="26606"/>
          <ac:spMkLst>
            <pc:docMk/>
            <pc:sldMk cId="2373427271" sldId="256"/>
            <ac:spMk id="12" creationId="{F49775AF-8896-43EE-92C6-83497D6DC56F}"/>
          </ac:spMkLst>
        </pc:spChg>
        <pc:spChg chg="add del">
          <ac:chgData name="Ndeye Isseu GUEYE" userId="da09e93860a22514" providerId="LiveId" clId="{8BFDE104-8F5D-4123-8C85-0A86E213084F}" dt="2026-06-28T22:44:55.850" v="510"/>
          <ac:spMkLst>
            <pc:docMk/>
            <pc:sldMk cId="2373427271" sldId="256"/>
            <ac:spMk id="14" creationId="{3D752CF2-2291-40B5-B462-C17B174C10BC}"/>
          </ac:spMkLst>
        </pc:spChg>
        <pc:spChg chg="add del">
          <ac:chgData name="Ndeye Isseu GUEYE" userId="da09e93860a22514" providerId="LiveId" clId="{8BFDE104-8F5D-4123-8C85-0A86E213084F}" dt="2026-06-28T22:44:55.850" v="510"/>
          <ac:spMkLst>
            <pc:docMk/>
            <pc:sldMk cId="2373427271" sldId="256"/>
            <ac:spMk id="15" creationId="{F94AA2BD-2E3F-4B1D-8127-5744B8115311}"/>
          </ac:spMkLst>
        </pc:spChg>
        <pc:spChg chg="add del">
          <ac:chgData name="Ndeye Isseu GUEYE" userId="da09e93860a22514" providerId="LiveId" clId="{8BFDE104-8F5D-4123-8C85-0A86E213084F}" dt="2026-06-28T22:44:55.850" v="510"/>
          <ac:spMkLst>
            <pc:docMk/>
            <pc:sldMk cId="2373427271" sldId="256"/>
            <ac:spMk id="16" creationId="{4BD02261-2DC8-4AA8-9E16-7751AE892445}"/>
          </ac:spMkLst>
        </pc:spChg>
        <pc:spChg chg="add del">
          <ac:chgData name="Ndeye Isseu GUEYE" userId="da09e93860a22514" providerId="LiveId" clId="{8BFDE104-8F5D-4123-8C85-0A86E213084F}" dt="2026-06-28T22:45:18.784" v="517" actId="26606"/>
          <ac:spMkLst>
            <pc:docMk/>
            <pc:sldMk cId="2373427271" sldId="256"/>
            <ac:spMk id="22" creationId="{91DC6ABD-215C-4EA8-A483-CEF5B99AB385}"/>
          </ac:spMkLst>
        </pc:spChg>
        <pc:spChg chg="add del">
          <ac:chgData name="Ndeye Isseu GUEYE" userId="da09e93860a22514" providerId="LiveId" clId="{8BFDE104-8F5D-4123-8C85-0A86E213084F}" dt="2026-06-28T22:45:18.784" v="517" actId="26606"/>
          <ac:spMkLst>
            <pc:docMk/>
            <pc:sldMk cId="2373427271" sldId="256"/>
            <ac:spMk id="26" creationId="{04357C93-F0CB-4A1C-8F77-4E9063789819}"/>
          </ac:spMkLst>
        </pc:spChg>
        <pc:spChg chg="add">
          <ac:chgData name="Ndeye Isseu GUEYE" userId="da09e93860a22514" providerId="LiveId" clId="{8BFDE104-8F5D-4123-8C85-0A86E213084F}" dt="2026-06-28T22:45:18.796" v="518" actId="26606"/>
          <ac:spMkLst>
            <pc:docMk/>
            <pc:sldMk cId="2373427271" sldId="256"/>
            <ac:spMk id="28" creationId="{04812C46-200A-4DEB-A05E-3ED6C68C2387}"/>
          </ac:spMkLst>
        </pc:spChg>
        <pc:spChg chg="add">
          <ac:chgData name="Ndeye Isseu GUEYE" userId="da09e93860a22514" providerId="LiveId" clId="{8BFDE104-8F5D-4123-8C85-0A86E213084F}" dt="2026-06-28T22:45:18.796" v="518" actId="26606"/>
          <ac:spMkLst>
            <pc:docMk/>
            <pc:sldMk cId="2373427271" sldId="256"/>
            <ac:spMk id="29" creationId="{D1EA859B-E555-4109-94F3-6700E046E008}"/>
          </ac:spMkLst>
        </pc:spChg>
        <pc:grpChg chg="add del">
          <ac:chgData name="Ndeye Isseu GUEYE" userId="da09e93860a22514" providerId="LiveId" clId="{8BFDE104-8F5D-4123-8C85-0A86E213084F}" dt="2026-06-28T22:45:12.048" v="515" actId="26606"/>
          <ac:grpSpMkLst>
            <pc:docMk/>
            <pc:sldMk cId="2373427271" sldId="256"/>
            <ac:grpSpMk id="17" creationId="{5C6AE2F4-5A2E-4357-A1D8-6142F9BDC8E3}"/>
          </ac:grpSpMkLst>
        </pc:grpChg>
        <pc:grpChg chg="add del">
          <ac:chgData name="Ndeye Isseu GUEYE" userId="da09e93860a22514" providerId="LiveId" clId="{8BFDE104-8F5D-4123-8C85-0A86E213084F}" dt="2026-06-28T22:45:18.784" v="517" actId="26606"/>
          <ac:grpSpMkLst>
            <pc:docMk/>
            <pc:sldMk cId="2373427271" sldId="256"/>
            <ac:grpSpMk id="23" creationId="{3AF6A671-C637-4547-85F4-51B6D1881399}"/>
          </ac:grpSpMkLst>
        </pc:grpChg>
        <pc:picChg chg="add mod ord">
          <ac:chgData name="Ndeye Isseu GUEYE" userId="da09e93860a22514" providerId="LiveId" clId="{8BFDE104-8F5D-4123-8C85-0A86E213084F}" dt="2026-06-28T22:45:18.796" v="518" actId="26606"/>
          <ac:picMkLst>
            <pc:docMk/>
            <pc:sldMk cId="2373427271" sldId="256"/>
            <ac:picMk id="5" creationId="{7003113B-CCD5-62C0-0EF8-E12E18F5D4E8}"/>
          </ac:picMkLst>
        </pc:picChg>
      </pc:sldChg>
      <pc:sldChg chg="addSp modSp new mod setBg">
        <pc:chgData name="Ndeye Isseu GUEYE" userId="da09e93860a22514" providerId="LiveId" clId="{8BFDE104-8F5D-4123-8C85-0A86E213084F}" dt="2026-06-28T22:45:26.463" v="519" actId="26606"/>
        <pc:sldMkLst>
          <pc:docMk/>
          <pc:sldMk cId="2895403380" sldId="257"/>
        </pc:sldMkLst>
        <pc:spChg chg="mod">
          <ac:chgData name="Ndeye Isseu GUEYE" userId="da09e93860a22514" providerId="LiveId" clId="{8BFDE104-8F5D-4123-8C85-0A86E213084F}" dt="2026-06-28T22:45:26.463" v="519" actId="26606"/>
          <ac:spMkLst>
            <pc:docMk/>
            <pc:sldMk cId="2895403380" sldId="257"/>
            <ac:spMk id="2" creationId="{4A8B55DF-9212-0280-4A85-0B05A94FB1D8}"/>
          </ac:spMkLst>
        </pc:spChg>
        <pc:spChg chg="mod">
          <ac:chgData name="Ndeye Isseu GUEYE" userId="da09e93860a22514" providerId="LiveId" clId="{8BFDE104-8F5D-4123-8C85-0A86E213084F}" dt="2026-06-28T22:45:26.463" v="519" actId="26606"/>
          <ac:spMkLst>
            <pc:docMk/>
            <pc:sldMk cId="2895403380" sldId="257"/>
            <ac:spMk id="3" creationId="{DFC63F69-DDB7-8011-C78B-A052251ACCAC}"/>
          </ac:spMkLst>
        </pc:spChg>
        <pc:grpChg chg="add">
          <ac:chgData name="Ndeye Isseu GUEYE" userId="da09e93860a22514" providerId="LiveId" clId="{8BFDE104-8F5D-4123-8C85-0A86E213084F}" dt="2026-06-28T22:45:26.463" v="519" actId="26606"/>
          <ac:grpSpMkLst>
            <pc:docMk/>
            <pc:sldMk cId="2895403380" sldId="257"/>
            <ac:grpSpMk id="9" creationId="{5EFBDE31-BB3E-6CFC-23CD-B5976DA38438}"/>
          </ac:grpSpMkLst>
        </pc:grpChg>
        <pc:picChg chg="add">
          <ac:chgData name="Ndeye Isseu GUEYE" userId="da09e93860a22514" providerId="LiveId" clId="{8BFDE104-8F5D-4123-8C85-0A86E213084F}" dt="2026-06-28T22:45:26.463" v="519" actId="26606"/>
          <ac:picMkLst>
            <pc:docMk/>
            <pc:sldMk cId="2895403380" sldId="257"/>
            <ac:picMk id="5" creationId="{A091ED8E-0B30-0BD0-CABB-4C4783F92EE0}"/>
          </ac:picMkLst>
        </pc:picChg>
      </pc:sldChg>
      <pc:sldChg chg="addSp delSp modSp new mod setBg">
        <pc:chgData name="Ndeye Isseu GUEYE" userId="da09e93860a22514" providerId="LiveId" clId="{8BFDE104-8F5D-4123-8C85-0A86E213084F}" dt="2026-06-28T22:45:50.129" v="526" actId="26606"/>
        <pc:sldMkLst>
          <pc:docMk/>
          <pc:sldMk cId="830784876" sldId="258"/>
        </pc:sldMkLst>
        <pc:spChg chg="mod">
          <ac:chgData name="Ndeye Isseu GUEYE" userId="da09e93860a22514" providerId="LiveId" clId="{8BFDE104-8F5D-4123-8C85-0A86E213084F}" dt="2026-06-28T22:45:50.129" v="526" actId="26606"/>
          <ac:spMkLst>
            <pc:docMk/>
            <pc:sldMk cId="830784876" sldId="258"/>
            <ac:spMk id="2" creationId="{D4937F19-C5EB-728C-0EFE-27FE5979545D}"/>
          </ac:spMkLst>
        </pc:spChg>
        <pc:spChg chg="add del mod">
          <ac:chgData name="Ndeye Isseu GUEYE" userId="da09e93860a22514" providerId="LiveId" clId="{8BFDE104-8F5D-4123-8C85-0A86E213084F}" dt="2026-06-28T22:45:50.129" v="526" actId="26606"/>
          <ac:spMkLst>
            <pc:docMk/>
            <pc:sldMk cId="830784876" sldId="258"/>
            <ac:spMk id="3" creationId="{E0B64E7F-98A9-180B-B028-C15690370906}"/>
          </ac:spMkLst>
        </pc:spChg>
        <pc:spChg chg="add del">
          <ac:chgData name="Ndeye Isseu GUEYE" userId="da09e93860a22514" providerId="LiveId" clId="{8BFDE104-8F5D-4123-8C85-0A86E213084F}" dt="2026-06-28T22:45:44.897" v="523" actId="26606"/>
          <ac:spMkLst>
            <pc:docMk/>
            <pc:sldMk cId="830784876" sldId="258"/>
            <ac:spMk id="13" creationId="{9F7D5CDA-D291-4307-BF55-1381FED29634}"/>
          </ac:spMkLst>
        </pc:spChg>
        <pc:spChg chg="add del">
          <ac:chgData name="Ndeye Isseu GUEYE" userId="da09e93860a22514" providerId="LiveId" clId="{8BFDE104-8F5D-4123-8C85-0A86E213084F}" dt="2026-06-28T22:45:50.101" v="525" actId="26606"/>
          <ac:spMkLst>
            <pc:docMk/>
            <pc:sldMk cId="830784876" sldId="258"/>
            <ac:spMk id="16" creationId="{738F59A4-4431-460D-8E49-6E65C189A566}"/>
          </ac:spMkLst>
        </pc:spChg>
        <pc:spChg chg="add">
          <ac:chgData name="Ndeye Isseu GUEYE" userId="da09e93860a22514" providerId="LiveId" clId="{8BFDE104-8F5D-4123-8C85-0A86E213084F}" dt="2026-06-28T22:45:50.129" v="526" actId="26606"/>
          <ac:spMkLst>
            <pc:docMk/>
            <pc:sldMk cId="830784876" sldId="258"/>
            <ac:spMk id="20" creationId="{9F7D5CDA-D291-4307-BF55-1381FED29634}"/>
          </ac:spMkLst>
        </pc:spChg>
        <pc:spChg chg="add">
          <ac:chgData name="Ndeye Isseu GUEYE" userId="da09e93860a22514" providerId="LiveId" clId="{8BFDE104-8F5D-4123-8C85-0A86E213084F}" dt="2026-06-28T22:45:50.129" v="526" actId="26606"/>
          <ac:spMkLst>
            <pc:docMk/>
            <pc:sldMk cId="830784876" sldId="258"/>
            <ac:spMk id="21" creationId="{E0B64E7F-98A9-180B-B028-C15690370906}"/>
          </ac:spMkLst>
        </pc:spChg>
        <pc:grpChg chg="add del">
          <ac:chgData name="Ndeye Isseu GUEYE" userId="da09e93860a22514" providerId="LiveId" clId="{8BFDE104-8F5D-4123-8C85-0A86E213084F}" dt="2026-06-28T22:45:34.699" v="521" actId="26606"/>
          <ac:grpSpMkLst>
            <pc:docMk/>
            <pc:sldMk cId="830784876" sldId="258"/>
            <ac:grpSpMk id="9" creationId="{5EFBDE31-BB3E-6CFC-23CD-B5976DA38438}"/>
          </ac:grpSpMkLst>
        </pc:grpChg>
        <pc:grpChg chg="add del">
          <ac:chgData name="Ndeye Isseu GUEYE" userId="da09e93860a22514" providerId="LiveId" clId="{8BFDE104-8F5D-4123-8C85-0A86E213084F}" dt="2026-06-28T22:45:50.101" v="525" actId="26606"/>
          <ac:grpSpMkLst>
            <pc:docMk/>
            <pc:sldMk cId="830784876" sldId="258"/>
            <ac:grpSpMk id="11" creationId="{8A919B9C-5C01-47E4-B2F2-45F589208ABF}"/>
          </ac:grpSpMkLst>
        </pc:grpChg>
        <pc:graphicFrameChg chg="add del">
          <ac:chgData name="Ndeye Isseu GUEYE" userId="da09e93860a22514" providerId="LiveId" clId="{8BFDE104-8F5D-4123-8C85-0A86E213084F}" dt="2026-06-28T22:45:50.101" v="525" actId="26606"/>
          <ac:graphicFrameMkLst>
            <pc:docMk/>
            <pc:sldMk cId="830784876" sldId="258"/>
            <ac:graphicFrameMk id="18" creationId="{550BD43F-2960-E17C-F320-646E8E96578E}"/>
          </ac:graphicFrameMkLst>
        </pc:graphicFrameChg>
        <pc:picChg chg="add del">
          <ac:chgData name="Ndeye Isseu GUEYE" userId="da09e93860a22514" providerId="LiveId" clId="{8BFDE104-8F5D-4123-8C85-0A86E213084F}" dt="2026-06-28T22:45:34.699" v="521" actId="26606"/>
          <ac:picMkLst>
            <pc:docMk/>
            <pc:sldMk cId="830784876" sldId="258"/>
            <ac:picMk id="5" creationId="{AD43ADD5-2D8D-5CF1-663A-FEC7DF8ECBCB}"/>
          </ac:picMkLst>
        </pc:picChg>
        <pc:picChg chg="add del">
          <ac:chgData name="Ndeye Isseu GUEYE" userId="da09e93860a22514" providerId="LiveId" clId="{8BFDE104-8F5D-4123-8C85-0A86E213084F}" dt="2026-06-28T22:45:44.897" v="523" actId="26606"/>
          <ac:picMkLst>
            <pc:docMk/>
            <pc:sldMk cId="830784876" sldId="258"/>
            <ac:picMk id="14" creationId="{D579C640-A851-D51F-00E2-21F0E7950337}"/>
          </ac:picMkLst>
        </pc:picChg>
        <pc:picChg chg="add">
          <ac:chgData name="Ndeye Isseu GUEYE" userId="da09e93860a22514" providerId="LiveId" clId="{8BFDE104-8F5D-4123-8C85-0A86E213084F}" dt="2026-06-28T22:45:50.129" v="526" actId="26606"/>
          <ac:picMkLst>
            <pc:docMk/>
            <pc:sldMk cId="830784876" sldId="258"/>
            <ac:picMk id="22" creationId="{D579C640-A851-D51F-00E2-21F0E7950337}"/>
          </ac:picMkLst>
        </pc:picChg>
      </pc:sldChg>
      <pc:sldChg chg="modSp new mod">
        <pc:chgData name="Ndeye Isseu GUEYE" userId="da09e93860a22514" providerId="LiveId" clId="{8BFDE104-8F5D-4123-8C85-0A86E213084F}" dt="2026-06-28T22:44:57.990" v="511"/>
        <pc:sldMkLst>
          <pc:docMk/>
          <pc:sldMk cId="1596728934" sldId="259"/>
        </pc:sldMkLst>
        <pc:spChg chg="mod">
          <ac:chgData name="Ndeye Isseu GUEYE" userId="da09e93860a22514" providerId="LiveId" clId="{8BFDE104-8F5D-4123-8C85-0A86E213084F}" dt="2026-06-28T22:44:57.990" v="511"/>
          <ac:spMkLst>
            <pc:docMk/>
            <pc:sldMk cId="1596728934" sldId="259"/>
            <ac:spMk id="2" creationId="{2C42CE9E-8635-8825-B45E-406C157D2207}"/>
          </ac:spMkLst>
        </pc:spChg>
        <pc:spChg chg="mod">
          <ac:chgData name="Ndeye Isseu GUEYE" userId="da09e93860a22514" providerId="LiveId" clId="{8BFDE104-8F5D-4123-8C85-0A86E213084F}" dt="2026-06-28T22:44:57.990" v="511"/>
          <ac:spMkLst>
            <pc:docMk/>
            <pc:sldMk cId="1596728934" sldId="259"/>
            <ac:spMk id="3" creationId="{A4494575-6C4D-A527-F561-F3669693B67D}"/>
          </ac:spMkLst>
        </pc:spChg>
      </pc:sldChg>
      <pc:sldChg chg="addSp modSp new mod setBg">
        <pc:chgData name="Ndeye Isseu GUEYE" userId="da09e93860a22514" providerId="LiveId" clId="{8BFDE104-8F5D-4123-8C85-0A86E213084F}" dt="2026-06-28T22:46:11.680" v="527" actId="26606"/>
        <pc:sldMkLst>
          <pc:docMk/>
          <pc:sldMk cId="2141995871" sldId="260"/>
        </pc:sldMkLst>
        <pc:spChg chg="mod">
          <ac:chgData name="Ndeye Isseu GUEYE" userId="da09e93860a22514" providerId="LiveId" clId="{8BFDE104-8F5D-4123-8C85-0A86E213084F}" dt="2026-06-28T22:46:11.680" v="527" actId="26606"/>
          <ac:spMkLst>
            <pc:docMk/>
            <pc:sldMk cId="2141995871" sldId="260"/>
            <ac:spMk id="2" creationId="{3A670569-CB0B-0CE8-A1BC-BB0272B79F8A}"/>
          </ac:spMkLst>
        </pc:spChg>
        <pc:spChg chg="mod">
          <ac:chgData name="Ndeye Isseu GUEYE" userId="da09e93860a22514" providerId="LiveId" clId="{8BFDE104-8F5D-4123-8C85-0A86E213084F}" dt="2026-06-28T22:46:11.680" v="527" actId="26606"/>
          <ac:spMkLst>
            <pc:docMk/>
            <pc:sldMk cId="2141995871" sldId="260"/>
            <ac:spMk id="3" creationId="{255368BD-0C30-8ABD-EB7E-CECF57A47FB9}"/>
          </ac:spMkLst>
        </pc:spChg>
        <pc:spChg chg="add">
          <ac:chgData name="Ndeye Isseu GUEYE" userId="da09e93860a22514" providerId="LiveId" clId="{8BFDE104-8F5D-4123-8C85-0A86E213084F}" dt="2026-06-28T22:46:11.680" v="527" actId="26606"/>
          <ac:spMkLst>
            <pc:docMk/>
            <pc:sldMk cId="2141995871" sldId="260"/>
            <ac:spMk id="8" creationId="{09588DA8-065E-4F6F-8EFD-43104AB2E0CF}"/>
          </ac:spMkLst>
        </pc:spChg>
        <pc:spChg chg="add">
          <ac:chgData name="Ndeye Isseu GUEYE" userId="da09e93860a22514" providerId="LiveId" clId="{8BFDE104-8F5D-4123-8C85-0A86E213084F}" dt="2026-06-28T22:46:11.680" v="527" actId="26606"/>
          <ac:spMkLst>
            <pc:docMk/>
            <pc:sldMk cId="2141995871" sldId="260"/>
            <ac:spMk id="10" creationId="{C4285719-470E-454C-AF62-8323075F1F5B}"/>
          </ac:spMkLst>
        </pc:spChg>
        <pc:spChg chg="add">
          <ac:chgData name="Ndeye Isseu GUEYE" userId="da09e93860a22514" providerId="LiveId" clId="{8BFDE104-8F5D-4123-8C85-0A86E213084F}" dt="2026-06-28T22:46:11.680" v="527" actId="26606"/>
          <ac:spMkLst>
            <pc:docMk/>
            <pc:sldMk cId="2141995871" sldId="260"/>
            <ac:spMk id="12" creationId="{CD9FE4EF-C4D8-49A0-B2FF-81D8DB7D8A24}"/>
          </ac:spMkLst>
        </pc:spChg>
        <pc:spChg chg="add">
          <ac:chgData name="Ndeye Isseu GUEYE" userId="da09e93860a22514" providerId="LiveId" clId="{8BFDE104-8F5D-4123-8C85-0A86E213084F}" dt="2026-06-28T22:46:11.680" v="527" actId="26606"/>
          <ac:spMkLst>
            <pc:docMk/>
            <pc:sldMk cId="2141995871" sldId="260"/>
            <ac:spMk id="14" creationId="{4300840D-0A0B-4512-BACA-B439D5B9C57C}"/>
          </ac:spMkLst>
        </pc:spChg>
        <pc:spChg chg="add">
          <ac:chgData name="Ndeye Isseu GUEYE" userId="da09e93860a22514" providerId="LiveId" clId="{8BFDE104-8F5D-4123-8C85-0A86E213084F}" dt="2026-06-28T22:46:11.680" v="527" actId="26606"/>
          <ac:spMkLst>
            <pc:docMk/>
            <pc:sldMk cId="2141995871" sldId="260"/>
            <ac:spMk id="16" creationId="{D2B78728-A580-49A7-84F9-6EF6F583ADE0}"/>
          </ac:spMkLst>
        </pc:spChg>
        <pc:spChg chg="add">
          <ac:chgData name="Ndeye Isseu GUEYE" userId="da09e93860a22514" providerId="LiveId" clId="{8BFDE104-8F5D-4123-8C85-0A86E213084F}" dt="2026-06-28T22:46:11.680" v="527" actId="26606"/>
          <ac:spMkLst>
            <pc:docMk/>
            <pc:sldMk cId="2141995871" sldId="260"/>
            <ac:spMk id="18" creationId="{38FAA1A1-D861-433F-88FA-1E9D6FD31D11}"/>
          </ac:spMkLst>
        </pc:spChg>
        <pc:spChg chg="add">
          <ac:chgData name="Ndeye Isseu GUEYE" userId="da09e93860a22514" providerId="LiveId" clId="{8BFDE104-8F5D-4123-8C85-0A86E213084F}" dt="2026-06-28T22:46:11.680" v="527" actId="26606"/>
          <ac:spMkLst>
            <pc:docMk/>
            <pc:sldMk cId="2141995871" sldId="260"/>
            <ac:spMk id="20" creationId="{8D71EDA1-87BF-4D5D-AB79-F346FD19278A}"/>
          </ac:spMkLst>
        </pc:spChg>
      </pc:sldChg>
      <pc:sldChg chg="addSp modSp new mod setBg">
        <pc:chgData name="Ndeye Isseu GUEYE" userId="da09e93860a22514" providerId="LiveId" clId="{8BFDE104-8F5D-4123-8C85-0A86E213084F}" dt="2026-06-28T22:46:20.183" v="528" actId="26606"/>
        <pc:sldMkLst>
          <pc:docMk/>
          <pc:sldMk cId="3820720901" sldId="261"/>
        </pc:sldMkLst>
        <pc:spChg chg="mod">
          <ac:chgData name="Ndeye Isseu GUEYE" userId="da09e93860a22514" providerId="LiveId" clId="{8BFDE104-8F5D-4123-8C85-0A86E213084F}" dt="2026-06-28T22:46:20.183" v="528" actId="26606"/>
          <ac:spMkLst>
            <pc:docMk/>
            <pc:sldMk cId="3820720901" sldId="261"/>
            <ac:spMk id="2" creationId="{1ACB5C09-0929-B1F4-3248-D074D47BFBCA}"/>
          </ac:spMkLst>
        </pc:spChg>
        <pc:spChg chg="mod">
          <ac:chgData name="Ndeye Isseu GUEYE" userId="da09e93860a22514" providerId="LiveId" clId="{8BFDE104-8F5D-4123-8C85-0A86E213084F}" dt="2026-06-28T22:46:20.183" v="528" actId="26606"/>
          <ac:spMkLst>
            <pc:docMk/>
            <pc:sldMk cId="3820720901" sldId="261"/>
            <ac:spMk id="3" creationId="{1468EB26-D84A-34F5-CD81-7A3DB4FDF764}"/>
          </ac:spMkLst>
        </pc:spChg>
        <pc:spChg chg="add">
          <ac:chgData name="Ndeye Isseu GUEYE" userId="da09e93860a22514" providerId="LiveId" clId="{8BFDE104-8F5D-4123-8C85-0A86E213084F}" dt="2026-06-28T22:46:20.183" v="528" actId="26606"/>
          <ac:spMkLst>
            <pc:docMk/>
            <pc:sldMk cId="3820720901" sldId="261"/>
            <ac:spMk id="8" creationId="{09588DA8-065E-4F6F-8EFD-43104AB2E0CF}"/>
          </ac:spMkLst>
        </pc:spChg>
        <pc:spChg chg="add">
          <ac:chgData name="Ndeye Isseu GUEYE" userId="da09e93860a22514" providerId="LiveId" clId="{8BFDE104-8F5D-4123-8C85-0A86E213084F}" dt="2026-06-28T22:46:20.183" v="528" actId="26606"/>
          <ac:spMkLst>
            <pc:docMk/>
            <pc:sldMk cId="3820720901" sldId="261"/>
            <ac:spMk id="10" creationId="{C4285719-470E-454C-AF62-8323075F1F5B}"/>
          </ac:spMkLst>
        </pc:spChg>
        <pc:spChg chg="add">
          <ac:chgData name="Ndeye Isseu GUEYE" userId="da09e93860a22514" providerId="LiveId" clId="{8BFDE104-8F5D-4123-8C85-0A86E213084F}" dt="2026-06-28T22:46:20.183" v="528" actId="26606"/>
          <ac:spMkLst>
            <pc:docMk/>
            <pc:sldMk cId="3820720901" sldId="261"/>
            <ac:spMk id="12" creationId="{CD9FE4EF-C4D8-49A0-B2FF-81D8DB7D8A24}"/>
          </ac:spMkLst>
        </pc:spChg>
        <pc:spChg chg="add">
          <ac:chgData name="Ndeye Isseu GUEYE" userId="da09e93860a22514" providerId="LiveId" clId="{8BFDE104-8F5D-4123-8C85-0A86E213084F}" dt="2026-06-28T22:46:20.183" v="528" actId="26606"/>
          <ac:spMkLst>
            <pc:docMk/>
            <pc:sldMk cId="3820720901" sldId="261"/>
            <ac:spMk id="14" creationId="{4300840D-0A0B-4512-BACA-B439D5B9C57C}"/>
          </ac:spMkLst>
        </pc:spChg>
        <pc:spChg chg="add">
          <ac:chgData name="Ndeye Isseu GUEYE" userId="da09e93860a22514" providerId="LiveId" clId="{8BFDE104-8F5D-4123-8C85-0A86E213084F}" dt="2026-06-28T22:46:20.183" v="528" actId="26606"/>
          <ac:spMkLst>
            <pc:docMk/>
            <pc:sldMk cId="3820720901" sldId="261"/>
            <ac:spMk id="16" creationId="{D2B78728-A580-49A7-84F9-6EF6F583ADE0}"/>
          </ac:spMkLst>
        </pc:spChg>
        <pc:spChg chg="add">
          <ac:chgData name="Ndeye Isseu GUEYE" userId="da09e93860a22514" providerId="LiveId" clId="{8BFDE104-8F5D-4123-8C85-0A86E213084F}" dt="2026-06-28T22:46:20.183" v="528" actId="26606"/>
          <ac:spMkLst>
            <pc:docMk/>
            <pc:sldMk cId="3820720901" sldId="261"/>
            <ac:spMk id="18" creationId="{38FAA1A1-D861-433F-88FA-1E9D6FD31D11}"/>
          </ac:spMkLst>
        </pc:spChg>
        <pc:spChg chg="add">
          <ac:chgData name="Ndeye Isseu GUEYE" userId="da09e93860a22514" providerId="LiveId" clId="{8BFDE104-8F5D-4123-8C85-0A86E213084F}" dt="2026-06-28T22:46:20.183" v="528" actId="26606"/>
          <ac:spMkLst>
            <pc:docMk/>
            <pc:sldMk cId="3820720901" sldId="261"/>
            <ac:spMk id="20" creationId="{8D71EDA1-87BF-4D5D-AB79-F346FD19278A}"/>
          </ac:spMkLst>
        </pc:spChg>
      </pc:sldChg>
      <pc:sldChg chg="addSp delSp modSp new mod setBg">
        <pc:chgData name="Ndeye Isseu GUEYE" userId="da09e93860a22514" providerId="LiveId" clId="{8BFDE104-8F5D-4123-8C85-0A86E213084F}" dt="2026-06-28T22:46:57.674" v="553" actId="26606"/>
        <pc:sldMkLst>
          <pc:docMk/>
          <pc:sldMk cId="603984401" sldId="262"/>
        </pc:sldMkLst>
        <pc:spChg chg="mod">
          <ac:chgData name="Ndeye Isseu GUEYE" userId="da09e93860a22514" providerId="LiveId" clId="{8BFDE104-8F5D-4123-8C85-0A86E213084F}" dt="2026-06-28T22:46:57.674" v="553" actId="26606"/>
          <ac:spMkLst>
            <pc:docMk/>
            <pc:sldMk cId="603984401" sldId="262"/>
            <ac:spMk id="2" creationId="{3BA26920-A567-71C2-281D-FE21C7228424}"/>
          </ac:spMkLst>
        </pc:spChg>
        <pc:spChg chg="add del mod">
          <ac:chgData name="Ndeye Isseu GUEYE" userId="da09e93860a22514" providerId="LiveId" clId="{8BFDE104-8F5D-4123-8C85-0A86E213084F}" dt="2026-06-28T22:46:57.674" v="553" actId="26606"/>
          <ac:spMkLst>
            <pc:docMk/>
            <pc:sldMk cId="603984401" sldId="262"/>
            <ac:spMk id="3" creationId="{617ADF04-839B-B71C-9D49-F207148C7BB4}"/>
          </ac:spMkLst>
        </pc:spChg>
        <pc:spChg chg="add del">
          <ac:chgData name="Ndeye Isseu GUEYE" userId="da09e93860a22514" providerId="LiveId" clId="{8BFDE104-8F5D-4123-8C85-0A86E213084F}" dt="2026-06-28T22:46:52.375" v="548" actId="26606"/>
          <ac:spMkLst>
            <pc:docMk/>
            <pc:sldMk cId="603984401" sldId="262"/>
            <ac:spMk id="8" creationId="{09588DA8-065E-4F6F-8EFD-43104AB2E0CF}"/>
          </ac:spMkLst>
        </pc:spChg>
        <pc:spChg chg="add del">
          <ac:chgData name="Ndeye Isseu GUEYE" userId="da09e93860a22514" providerId="LiveId" clId="{8BFDE104-8F5D-4123-8C85-0A86E213084F}" dt="2026-06-28T22:46:54.876" v="550" actId="26606"/>
          <ac:spMkLst>
            <pc:docMk/>
            <pc:sldMk cId="603984401" sldId="262"/>
            <ac:spMk id="9" creationId="{C0763A76-9F1C-4FC5-82B7-DD475DA461B2}"/>
          </ac:spMkLst>
        </pc:spChg>
        <pc:spChg chg="add del">
          <ac:chgData name="Ndeye Isseu GUEYE" userId="da09e93860a22514" providerId="LiveId" clId="{8BFDE104-8F5D-4123-8C85-0A86E213084F}" dt="2026-06-28T22:46:52.375" v="548" actId="26606"/>
          <ac:spMkLst>
            <pc:docMk/>
            <pc:sldMk cId="603984401" sldId="262"/>
            <ac:spMk id="10" creationId="{C4285719-470E-454C-AF62-8323075F1F5B}"/>
          </ac:spMkLst>
        </pc:spChg>
        <pc:spChg chg="add del">
          <ac:chgData name="Ndeye Isseu GUEYE" userId="da09e93860a22514" providerId="LiveId" clId="{8BFDE104-8F5D-4123-8C85-0A86E213084F}" dt="2026-06-28T22:46:54.876" v="550" actId="26606"/>
          <ac:spMkLst>
            <pc:docMk/>
            <pc:sldMk cId="603984401" sldId="262"/>
            <ac:spMk id="11" creationId="{E81BF4F6-F2CF-4984-9D14-D6966D92F99F}"/>
          </ac:spMkLst>
        </pc:spChg>
        <pc:spChg chg="add del">
          <ac:chgData name="Ndeye Isseu GUEYE" userId="da09e93860a22514" providerId="LiveId" clId="{8BFDE104-8F5D-4123-8C85-0A86E213084F}" dt="2026-06-28T22:46:52.375" v="548" actId="26606"/>
          <ac:spMkLst>
            <pc:docMk/>
            <pc:sldMk cId="603984401" sldId="262"/>
            <ac:spMk id="12" creationId="{CD9FE4EF-C4D8-49A0-B2FF-81D8DB7D8A24}"/>
          </ac:spMkLst>
        </pc:spChg>
        <pc:spChg chg="add del">
          <ac:chgData name="Ndeye Isseu GUEYE" userId="da09e93860a22514" providerId="LiveId" clId="{8BFDE104-8F5D-4123-8C85-0A86E213084F}" dt="2026-06-28T22:46:52.375" v="548" actId="26606"/>
          <ac:spMkLst>
            <pc:docMk/>
            <pc:sldMk cId="603984401" sldId="262"/>
            <ac:spMk id="14" creationId="{4300840D-0A0B-4512-BACA-B439D5B9C57C}"/>
          </ac:spMkLst>
        </pc:spChg>
        <pc:spChg chg="add">
          <ac:chgData name="Ndeye Isseu GUEYE" userId="da09e93860a22514" providerId="LiveId" clId="{8BFDE104-8F5D-4123-8C85-0A86E213084F}" dt="2026-06-28T22:46:57.674" v="553" actId="26606"/>
          <ac:spMkLst>
            <pc:docMk/>
            <pc:sldMk cId="603984401" sldId="262"/>
            <ac:spMk id="15" creationId="{09588DA8-065E-4F6F-8EFD-43104AB2E0CF}"/>
          </ac:spMkLst>
        </pc:spChg>
        <pc:spChg chg="add del">
          <ac:chgData name="Ndeye Isseu GUEYE" userId="da09e93860a22514" providerId="LiveId" clId="{8BFDE104-8F5D-4123-8C85-0A86E213084F}" dt="2026-06-28T22:46:52.375" v="548" actId="26606"/>
          <ac:spMkLst>
            <pc:docMk/>
            <pc:sldMk cId="603984401" sldId="262"/>
            <ac:spMk id="16" creationId="{D2B78728-A580-49A7-84F9-6EF6F583ADE0}"/>
          </ac:spMkLst>
        </pc:spChg>
        <pc:spChg chg="add">
          <ac:chgData name="Ndeye Isseu GUEYE" userId="da09e93860a22514" providerId="LiveId" clId="{8BFDE104-8F5D-4123-8C85-0A86E213084F}" dt="2026-06-28T22:46:57.674" v="553" actId="26606"/>
          <ac:spMkLst>
            <pc:docMk/>
            <pc:sldMk cId="603984401" sldId="262"/>
            <ac:spMk id="17" creationId="{C4285719-470E-454C-AF62-8323075F1F5B}"/>
          </ac:spMkLst>
        </pc:spChg>
        <pc:spChg chg="add del">
          <ac:chgData name="Ndeye Isseu GUEYE" userId="da09e93860a22514" providerId="LiveId" clId="{8BFDE104-8F5D-4123-8C85-0A86E213084F}" dt="2026-06-28T22:46:52.375" v="548" actId="26606"/>
          <ac:spMkLst>
            <pc:docMk/>
            <pc:sldMk cId="603984401" sldId="262"/>
            <ac:spMk id="18" creationId="{38FAA1A1-D861-433F-88FA-1E9D6FD31D11}"/>
          </ac:spMkLst>
        </pc:spChg>
        <pc:spChg chg="add">
          <ac:chgData name="Ndeye Isseu GUEYE" userId="da09e93860a22514" providerId="LiveId" clId="{8BFDE104-8F5D-4123-8C85-0A86E213084F}" dt="2026-06-28T22:46:57.674" v="553" actId="26606"/>
          <ac:spMkLst>
            <pc:docMk/>
            <pc:sldMk cId="603984401" sldId="262"/>
            <ac:spMk id="19" creationId="{CD9FE4EF-C4D8-49A0-B2FF-81D8DB7D8A24}"/>
          </ac:spMkLst>
        </pc:spChg>
        <pc:spChg chg="add del">
          <ac:chgData name="Ndeye Isseu GUEYE" userId="da09e93860a22514" providerId="LiveId" clId="{8BFDE104-8F5D-4123-8C85-0A86E213084F}" dt="2026-06-28T22:46:52.375" v="548" actId="26606"/>
          <ac:spMkLst>
            <pc:docMk/>
            <pc:sldMk cId="603984401" sldId="262"/>
            <ac:spMk id="20" creationId="{8D71EDA1-87BF-4D5D-AB79-F346FD19278A}"/>
          </ac:spMkLst>
        </pc:spChg>
        <pc:spChg chg="add">
          <ac:chgData name="Ndeye Isseu GUEYE" userId="da09e93860a22514" providerId="LiveId" clId="{8BFDE104-8F5D-4123-8C85-0A86E213084F}" dt="2026-06-28T22:46:57.674" v="553" actId="26606"/>
          <ac:spMkLst>
            <pc:docMk/>
            <pc:sldMk cId="603984401" sldId="262"/>
            <ac:spMk id="21" creationId="{4300840D-0A0B-4512-BACA-B439D5B9C57C}"/>
          </ac:spMkLst>
        </pc:spChg>
        <pc:spChg chg="add">
          <ac:chgData name="Ndeye Isseu GUEYE" userId="da09e93860a22514" providerId="LiveId" clId="{8BFDE104-8F5D-4123-8C85-0A86E213084F}" dt="2026-06-28T22:46:57.674" v="553" actId="26606"/>
          <ac:spMkLst>
            <pc:docMk/>
            <pc:sldMk cId="603984401" sldId="262"/>
            <ac:spMk id="22" creationId="{D2B78728-A580-49A7-84F9-6EF6F583ADE0}"/>
          </ac:spMkLst>
        </pc:spChg>
        <pc:spChg chg="add">
          <ac:chgData name="Ndeye Isseu GUEYE" userId="da09e93860a22514" providerId="LiveId" clId="{8BFDE104-8F5D-4123-8C85-0A86E213084F}" dt="2026-06-28T22:46:57.674" v="553" actId="26606"/>
          <ac:spMkLst>
            <pc:docMk/>
            <pc:sldMk cId="603984401" sldId="262"/>
            <ac:spMk id="23" creationId="{38FAA1A1-D861-433F-88FA-1E9D6FD31D11}"/>
          </ac:spMkLst>
        </pc:spChg>
        <pc:spChg chg="add">
          <ac:chgData name="Ndeye Isseu GUEYE" userId="da09e93860a22514" providerId="LiveId" clId="{8BFDE104-8F5D-4123-8C85-0A86E213084F}" dt="2026-06-28T22:46:57.674" v="553" actId="26606"/>
          <ac:spMkLst>
            <pc:docMk/>
            <pc:sldMk cId="603984401" sldId="262"/>
            <ac:spMk id="24" creationId="{8D71EDA1-87BF-4D5D-AB79-F346FD19278A}"/>
          </ac:spMkLst>
        </pc:spChg>
        <pc:spChg chg="add">
          <ac:chgData name="Ndeye Isseu GUEYE" userId="da09e93860a22514" providerId="LiveId" clId="{8BFDE104-8F5D-4123-8C85-0A86E213084F}" dt="2026-06-28T22:46:57.674" v="553" actId="26606"/>
          <ac:spMkLst>
            <pc:docMk/>
            <pc:sldMk cId="603984401" sldId="262"/>
            <ac:spMk id="25" creationId="{617ADF04-839B-B71C-9D49-F207148C7BB4}"/>
          </ac:spMkLst>
        </pc:spChg>
        <pc:graphicFrameChg chg="add del">
          <ac:chgData name="Ndeye Isseu GUEYE" userId="da09e93860a22514" providerId="LiveId" clId="{8BFDE104-8F5D-4123-8C85-0A86E213084F}" dt="2026-06-28T22:46:57.651" v="552" actId="26606"/>
          <ac:graphicFrameMkLst>
            <pc:docMk/>
            <pc:sldMk cId="603984401" sldId="262"/>
            <ac:graphicFrameMk id="13" creationId="{E3106283-E083-3D0C-8942-5724FED563D1}"/>
          </ac:graphicFrameMkLst>
        </pc:graphicFrameChg>
        <pc:picChg chg="add del">
          <ac:chgData name="Ndeye Isseu GUEYE" userId="da09e93860a22514" providerId="LiveId" clId="{8BFDE104-8F5D-4123-8C85-0A86E213084F}" dt="2026-06-28T22:46:54.876" v="550" actId="26606"/>
          <ac:picMkLst>
            <pc:docMk/>
            <pc:sldMk cId="603984401" sldId="262"/>
            <ac:picMk id="5" creationId="{7C2A63BA-4994-DF8A-26AF-DD807B16D12E}"/>
          </ac:picMkLst>
        </pc:picChg>
      </pc:sldChg>
      <pc:sldChg chg="addSp modSp new mod setBg">
        <pc:chgData name="Ndeye Isseu GUEYE" userId="da09e93860a22514" providerId="LiveId" clId="{8BFDE104-8F5D-4123-8C85-0A86E213084F}" dt="2026-06-28T22:47:05.956" v="554" actId="26606"/>
        <pc:sldMkLst>
          <pc:docMk/>
          <pc:sldMk cId="3780850514" sldId="263"/>
        </pc:sldMkLst>
        <pc:spChg chg="mod">
          <ac:chgData name="Ndeye Isseu GUEYE" userId="da09e93860a22514" providerId="LiveId" clId="{8BFDE104-8F5D-4123-8C85-0A86E213084F}" dt="2026-06-28T22:47:05.956" v="554" actId="26606"/>
          <ac:spMkLst>
            <pc:docMk/>
            <pc:sldMk cId="3780850514" sldId="263"/>
            <ac:spMk id="2" creationId="{481EDBE2-2B6F-A410-359F-2BA20EC15B37}"/>
          </ac:spMkLst>
        </pc:spChg>
        <pc:spChg chg="mod">
          <ac:chgData name="Ndeye Isseu GUEYE" userId="da09e93860a22514" providerId="LiveId" clId="{8BFDE104-8F5D-4123-8C85-0A86E213084F}" dt="2026-06-28T22:47:05.956" v="554" actId="26606"/>
          <ac:spMkLst>
            <pc:docMk/>
            <pc:sldMk cId="3780850514" sldId="263"/>
            <ac:spMk id="3" creationId="{417CFC82-8D17-7E10-9B67-F2E328C93B49}"/>
          </ac:spMkLst>
        </pc:spChg>
        <pc:spChg chg="add">
          <ac:chgData name="Ndeye Isseu GUEYE" userId="da09e93860a22514" providerId="LiveId" clId="{8BFDE104-8F5D-4123-8C85-0A86E213084F}" dt="2026-06-28T22:47:05.956" v="554" actId="26606"/>
          <ac:spMkLst>
            <pc:docMk/>
            <pc:sldMk cId="3780850514" sldId="263"/>
            <ac:spMk id="8" creationId="{3AD318CC-E2A8-4E27-9548-A047A78999B1}"/>
          </ac:spMkLst>
        </pc:spChg>
        <pc:spChg chg="add">
          <ac:chgData name="Ndeye Isseu GUEYE" userId="da09e93860a22514" providerId="LiveId" clId="{8BFDE104-8F5D-4123-8C85-0A86E213084F}" dt="2026-06-28T22:47:05.956" v="554" actId="26606"/>
          <ac:spMkLst>
            <pc:docMk/>
            <pc:sldMk cId="3780850514" sldId="263"/>
            <ac:spMk id="14" creationId="{2C1BBA94-3F40-40AA-8BB9-E69E25E537C1}"/>
          </ac:spMkLst>
        </pc:spChg>
        <pc:grpChg chg="add">
          <ac:chgData name="Ndeye Isseu GUEYE" userId="da09e93860a22514" providerId="LiveId" clId="{8BFDE104-8F5D-4123-8C85-0A86E213084F}" dt="2026-06-28T22:47:05.956" v="554" actId="26606"/>
          <ac:grpSpMkLst>
            <pc:docMk/>
            <pc:sldMk cId="3780850514" sldId="263"/>
            <ac:grpSpMk id="10" creationId="{B14B560F-9DD7-4302-A60B-EBD3EF59B073}"/>
          </ac:grpSpMkLst>
        </pc:grpChg>
      </pc:sldChg>
      <pc:sldChg chg="addSp delSp modSp new mod setBg">
        <pc:chgData name="Ndeye Isseu GUEYE" userId="da09e93860a22514" providerId="LiveId" clId="{8BFDE104-8F5D-4123-8C85-0A86E213084F}" dt="2026-06-28T22:47:29.542" v="561" actId="26606"/>
        <pc:sldMkLst>
          <pc:docMk/>
          <pc:sldMk cId="509068371" sldId="264"/>
        </pc:sldMkLst>
        <pc:spChg chg="mod">
          <ac:chgData name="Ndeye Isseu GUEYE" userId="da09e93860a22514" providerId="LiveId" clId="{8BFDE104-8F5D-4123-8C85-0A86E213084F}" dt="2026-06-28T22:47:29.542" v="561" actId="26606"/>
          <ac:spMkLst>
            <pc:docMk/>
            <pc:sldMk cId="509068371" sldId="264"/>
            <ac:spMk id="2" creationId="{F314BC16-16FF-4586-EB2B-30CC8FB18E6E}"/>
          </ac:spMkLst>
        </pc:spChg>
        <pc:spChg chg="add del mod">
          <ac:chgData name="Ndeye Isseu GUEYE" userId="da09e93860a22514" providerId="LiveId" clId="{8BFDE104-8F5D-4123-8C85-0A86E213084F}" dt="2026-06-28T22:47:29.542" v="561" actId="26606"/>
          <ac:spMkLst>
            <pc:docMk/>
            <pc:sldMk cId="509068371" sldId="264"/>
            <ac:spMk id="3" creationId="{A83104D7-9974-E577-8EE5-609B791851AB}"/>
          </ac:spMkLst>
        </pc:spChg>
        <pc:graphicFrameChg chg="add del">
          <ac:chgData name="Ndeye Isseu GUEYE" userId="da09e93860a22514" providerId="LiveId" clId="{8BFDE104-8F5D-4123-8C85-0A86E213084F}" dt="2026-06-28T22:47:24.207" v="556" actId="26606"/>
          <ac:graphicFrameMkLst>
            <pc:docMk/>
            <pc:sldMk cId="509068371" sldId="264"/>
            <ac:graphicFrameMk id="5" creationId="{45A1D524-DC20-D8BD-7566-BFF5784A9725}"/>
          </ac:graphicFrameMkLst>
        </pc:graphicFrameChg>
        <pc:graphicFrameChg chg="add del">
          <ac:chgData name="Ndeye Isseu GUEYE" userId="da09e93860a22514" providerId="LiveId" clId="{8BFDE104-8F5D-4123-8C85-0A86E213084F}" dt="2026-06-28T22:47:28.070" v="558" actId="26606"/>
          <ac:graphicFrameMkLst>
            <pc:docMk/>
            <pc:sldMk cId="509068371" sldId="264"/>
            <ac:graphicFrameMk id="7" creationId="{F9468DFE-3F7A-1715-86C9-4F4A172119FE}"/>
          </ac:graphicFrameMkLst>
        </pc:graphicFrameChg>
        <pc:graphicFrameChg chg="add del">
          <ac:chgData name="Ndeye Isseu GUEYE" userId="da09e93860a22514" providerId="LiveId" clId="{8BFDE104-8F5D-4123-8C85-0A86E213084F}" dt="2026-06-28T22:47:29.507" v="560" actId="26606"/>
          <ac:graphicFrameMkLst>
            <pc:docMk/>
            <pc:sldMk cId="509068371" sldId="264"/>
            <ac:graphicFrameMk id="9" creationId="{03908D8A-27B2-B42C-7A45-FE8B934C96A3}"/>
          </ac:graphicFrameMkLst>
        </pc:graphicFrameChg>
        <pc:graphicFrameChg chg="add">
          <ac:chgData name="Ndeye Isseu GUEYE" userId="da09e93860a22514" providerId="LiveId" clId="{8BFDE104-8F5D-4123-8C85-0A86E213084F}" dt="2026-06-28T22:47:29.542" v="561" actId="26606"/>
          <ac:graphicFrameMkLst>
            <pc:docMk/>
            <pc:sldMk cId="509068371" sldId="264"/>
            <ac:graphicFrameMk id="11" creationId="{00578A97-D8B5-016E-0B40-5103975226F0}"/>
          </ac:graphicFrameMkLst>
        </pc:graphicFrameChg>
        <pc:picChg chg="add">
          <ac:chgData name="Ndeye Isseu GUEYE" userId="da09e93860a22514" providerId="LiveId" clId="{8BFDE104-8F5D-4123-8C85-0A86E213084F}" dt="2026-06-28T22:47:29.542" v="561" actId="26606"/>
          <ac:picMkLst>
            <pc:docMk/>
            <pc:sldMk cId="509068371" sldId="264"/>
            <ac:picMk id="6" creationId="{852D3C05-973A-C6BF-40CA-16C30AB2283F}"/>
          </ac:picMkLst>
        </pc:picChg>
      </pc:sldChg>
      <pc:sldChg chg="addSp modSp new mod setBg">
        <pc:chgData name="Ndeye Isseu GUEYE" userId="da09e93860a22514" providerId="LiveId" clId="{8BFDE104-8F5D-4123-8C85-0A86E213084F}" dt="2026-06-28T22:47:35.327" v="562" actId="26606"/>
        <pc:sldMkLst>
          <pc:docMk/>
          <pc:sldMk cId="68940443" sldId="265"/>
        </pc:sldMkLst>
        <pc:spChg chg="mod">
          <ac:chgData name="Ndeye Isseu GUEYE" userId="da09e93860a22514" providerId="LiveId" clId="{8BFDE104-8F5D-4123-8C85-0A86E213084F}" dt="2026-06-28T22:47:35.327" v="562" actId="26606"/>
          <ac:spMkLst>
            <pc:docMk/>
            <pc:sldMk cId="68940443" sldId="265"/>
            <ac:spMk id="2" creationId="{A5AFAF79-33A0-A194-A7CA-1B8BBBB1C3DA}"/>
          </ac:spMkLst>
        </pc:spChg>
        <pc:spChg chg="mod">
          <ac:chgData name="Ndeye Isseu GUEYE" userId="da09e93860a22514" providerId="LiveId" clId="{8BFDE104-8F5D-4123-8C85-0A86E213084F}" dt="2026-06-28T22:47:35.327" v="562" actId="26606"/>
          <ac:spMkLst>
            <pc:docMk/>
            <pc:sldMk cId="68940443" sldId="265"/>
            <ac:spMk id="3" creationId="{40348761-E7B9-D801-DEA7-CC8665B2AEF4}"/>
          </ac:spMkLst>
        </pc:spChg>
        <pc:picChg chg="add">
          <ac:chgData name="Ndeye Isseu GUEYE" userId="da09e93860a22514" providerId="LiveId" clId="{8BFDE104-8F5D-4123-8C85-0A86E213084F}" dt="2026-06-28T22:47:35.327" v="562" actId="26606"/>
          <ac:picMkLst>
            <pc:docMk/>
            <pc:sldMk cId="68940443" sldId="265"/>
            <ac:picMk id="5" creationId="{51FC11CC-EAFF-13F2-BA8A-63CB2085CFE0}"/>
          </ac:picMkLst>
        </pc:picChg>
      </pc:sldChg>
      <pc:sldChg chg="addSp delSp modSp new mod setBg">
        <pc:chgData name="Ndeye Isseu GUEYE" userId="da09e93860a22514" providerId="LiveId" clId="{8BFDE104-8F5D-4123-8C85-0A86E213084F}" dt="2026-06-28T22:47:52.872" v="567" actId="26606"/>
        <pc:sldMkLst>
          <pc:docMk/>
          <pc:sldMk cId="470791872" sldId="266"/>
        </pc:sldMkLst>
        <pc:spChg chg="mod">
          <ac:chgData name="Ndeye Isseu GUEYE" userId="da09e93860a22514" providerId="LiveId" clId="{8BFDE104-8F5D-4123-8C85-0A86E213084F}" dt="2026-06-28T22:47:52.872" v="567" actId="26606"/>
          <ac:spMkLst>
            <pc:docMk/>
            <pc:sldMk cId="470791872" sldId="266"/>
            <ac:spMk id="2" creationId="{5C5F1C36-A6BE-8DD5-115D-85670D9DF152}"/>
          </ac:spMkLst>
        </pc:spChg>
        <pc:spChg chg="add del mod">
          <ac:chgData name="Ndeye Isseu GUEYE" userId="da09e93860a22514" providerId="LiveId" clId="{8BFDE104-8F5D-4123-8C85-0A86E213084F}" dt="2026-06-28T22:47:52.872" v="567" actId="26606"/>
          <ac:spMkLst>
            <pc:docMk/>
            <pc:sldMk cId="470791872" sldId="266"/>
            <ac:spMk id="3" creationId="{870EB727-E87A-424A-2D6C-9FA1BBDCD595}"/>
          </ac:spMkLst>
        </pc:spChg>
        <pc:spChg chg="add del">
          <ac:chgData name="Ndeye Isseu GUEYE" userId="da09e93860a22514" providerId="LiveId" clId="{8BFDE104-8F5D-4123-8C85-0A86E213084F}" dt="2026-06-28T22:47:52.854" v="566" actId="26606"/>
          <ac:spMkLst>
            <pc:docMk/>
            <pc:sldMk cId="470791872" sldId="266"/>
            <ac:spMk id="8" creationId="{DBF61EA3-B236-439E-9C0B-340980D56BEE}"/>
          </ac:spMkLst>
        </pc:spChg>
        <pc:spChg chg="add del">
          <ac:chgData name="Ndeye Isseu GUEYE" userId="da09e93860a22514" providerId="LiveId" clId="{8BFDE104-8F5D-4123-8C85-0A86E213084F}" dt="2026-06-28T22:47:50.327" v="564" actId="26606"/>
          <ac:spMkLst>
            <pc:docMk/>
            <pc:sldMk cId="470791872" sldId="266"/>
            <ac:spMk id="10" creationId="{70DFA0FD-AB28-4B25-B870-4D2BBC35BA1D}"/>
          </ac:spMkLst>
        </pc:spChg>
        <pc:spChg chg="add">
          <ac:chgData name="Ndeye Isseu GUEYE" userId="da09e93860a22514" providerId="LiveId" clId="{8BFDE104-8F5D-4123-8C85-0A86E213084F}" dt="2026-06-28T22:47:52.872" v="567" actId="26606"/>
          <ac:spMkLst>
            <pc:docMk/>
            <pc:sldMk cId="470791872" sldId="266"/>
            <ac:spMk id="15" creationId="{D5B0017B-2ECA-49AF-B397-DC140825DF8D}"/>
          </ac:spMkLst>
        </pc:spChg>
        <pc:spChg chg="add del">
          <ac:chgData name="Ndeye Isseu GUEYE" userId="da09e93860a22514" providerId="LiveId" clId="{8BFDE104-8F5D-4123-8C85-0A86E213084F}" dt="2026-06-28T22:47:52.854" v="566" actId="26606"/>
          <ac:spMkLst>
            <pc:docMk/>
            <pc:sldMk cId="470791872" sldId="266"/>
            <ac:spMk id="21" creationId="{E659831F-0D9A-4C63-9EBB-8435B85A440F}"/>
          </ac:spMkLst>
        </pc:spChg>
        <pc:spChg chg="add del">
          <ac:chgData name="Ndeye Isseu GUEYE" userId="da09e93860a22514" providerId="LiveId" clId="{8BFDE104-8F5D-4123-8C85-0A86E213084F}" dt="2026-06-28T22:47:52.854" v="566" actId="26606"/>
          <ac:spMkLst>
            <pc:docMk/>
            <pc:sldMk cId="470791872" sldId="266"/>
            <ac:spMk id="22" creationId="{870EB727-E87A-424A-2D6C-9FA1BBDCD595}"/>
          </ac:spMkLst>
        </pc:spChg>
        <pc:spChg chg="add">
          <ac:chgData name="Ndeye Isseu GUEYE" userId="da09e93860a22514" providerId="LiveId" clId="{8BFDE104-8F5D-4123-8C85-0A86E213084F}" dt="2026-06-28T22:47:52.872" v="567" actId="26606"/>
          <ac:spMkLst>
            <pc:docMk/>
            <pc:sldMk cId="470791872" sldId="266"/>
            <ac:spMk id="24" creationId="{B6CDA21F-E7AF-4C75-8395-33F58D5B0E45}"/>
          </ac:spMkLst>
        </pc:spChg>
        <pc:spChg chg="add">
          <ac:chgData name="Ndeye Isseu GUEYE" userId="da09e93860a22514" providerId="LiveId" clId="{8BFDE104-8F5D-4123-8C85-0A86E213084F}" dt="2026-06-28T22:47:52.872" v="567" actId="26606"/>
          <ac:spMkLst>
            <pc:docMk/>
            <pc:sldMk cId="470791872" sldId="266"/>
            <ac:spMk id="28" creationId="{870EB727-E87A-424A-2D6C-9FA1BBDCD595}"/>
          </ac:spMkLst>
        </pc:spChg>
        <pc:grpChg chg="add del">
          <ac:chgData name="Ndeye Isseu GUEYE" userId="da09e93860a22514" providerId="LiveId" clId="{8BFDE104-8F5D-4123-8C85-0A86E213084F}" dt="2026-06-28T22:47:50.327" v="564" actId="26606"/>
          <ac:grpSpMkLst>
            <pc:docMk/>
            <pc:sldMk cId="470791872" sldId="266"/>
            <ac:grpSpMk id="12" creationId="{0D628DFB-9CD1-4E2B-8B44-9FDF7E80F6D9}"/>
          </ac:grpSpMkLst>
        </pc:grpChg>
        <pc:grpChg chg="add del">
          <ac:chgData name="Ndeye Isseu GUEYE" userId="da09e93860a22514" providerId="LiveId" clId="{8BFDE104-8F5D-4123-8C85-0A86E213084F}" dt="2026-06-28T22:47:52.854" v="566" actId="26606"/>
          <ac:grpSpMkLst>
            <pc:docMk/>
            <pc:sldMk cId="470791872" sldId="266"/>
            <ac:grpSpMk id="19" creationId="{28FAF094-D087-493F-8DF9-A486C2D6BBAA}"/>
          </ac:grpSpMkLst>
        </pc:grpChg>
        <pc:grpChg chg="add">
          <ac:chgData name="Ndeye Isseu GUEYE" userId="da09e93860a22514" providerId="LiveId" clId="{8BFDE104-8F5D-4123-8C85-0A86E213084F}" dt="2026-06-28T22:47:52.872" v="567" actId="26606"/>
          <ac:grpSpMkLst>
            <pc:docMk/>
            <pc:sldMk cId="470791872" sldId="266"/>
            <ac:grpSpMk id="25" creationId="{AE1C45F0-260A-458C-96ED-C1F6D2151219}"/>
          </ac:grpSpMkLst>
        </pc:grpChg>
        <pc:graphicFrameChg chg="add del">
          <ac:chgData name="Ndeye Isseu GUEYE" userId="da09e93860a22514" providerId="LiveId" clId="{8BFDE104-8F5D-4123-8C85-0A86E213084F}" dt="2026-06-28T22:47:50.327" v="564" actId="26606"/>
          <ac:graphicFrameMkLst>
            <pc:docMk/>
            <pc:sldMk cId="470791872" sldId="266"/>
            <ac:graphicFrameMk id="5" creationId="{F3A362FC-CBB3-8657-28AF-AD7262A6E798}"/>
          </ac:graphicFrameMkLst>
        </pc:graphicFrameChg>
        <pc:picChg chg="add del">
          <ac:chgData name="Ndeye Isseu GUEYE" userId="da09e93860a22514" providerId="LiveId" clId="{8BFDE104-8F5D-4123-8C85-0A86E213084F}" dt="2026-06-28T22:47:50.327" v="564" actId="26606"/>
          <ac:picMkLst>
            <pc:docMk/>
            <pc:sldMk cId="470791872" sldId="266"/>
            <ac:picMk id="6" creationId="{D0BD2E4E-565C-4020-1E99-66B623AEAB7F}"/>
          </ac:picMkLst>
        </pc:picChg>
        <pc:cxnChg chg="add">
          <ac:chgData name="Ndeye Isseu GUEYE" userId="da09e93860a22514" providerId="LiveId" clId="{8BFDE104-8F5D-4123-8C85-0A86E213084F}" dt="2026-06-28T22:47:52.872" v="567" actId="26606"/>
          <ac:cxnSpMkLst>
            <pc:docMk/>
            <pc:sldMk cId="470791872" sldId="266"/>
            <ac:cxnSpMk id="17" creationId="{6CF1BAF6-AD41-4082-B212-8A1F9A2E8779}"/>
          </ac:cxnSpMkLst>
        </pc:cxnChg>
      </pc:sldChg>
      <pc:sldChg chg="new del">
        <pc:chgData name="Ndeye Isseu GUEYE" userId="da09e93860a22514" providerId="LiveId" clId="{8BFDE104-8F5D-4123-8C85-0A86E213084F}" dt="2026-06-28T22:41:50.658" v="365" actId="2696"/>
        <pc:sldMkLst>
          <pc:docMk/>
          <pc:sldMk cId="4109330005" sldId="267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C2710F-E174-49B2-B8D3-33F73201DEC3}" type="doc">
      <dgm:prSet loTypeId="urn:microsoft.com/office/officeart/2005/8/layout/hierarchy1" loCatId="hierarchy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68F3EBF-8DAE-4947-AE70-FF3283B0BD89}">
      <dgm:prSet/>
      <dgm:spPr/>
      <dgm:t>
        <a:bodyPr/>
        <a:lstStyle/>
        <a:p>
          <a:r>
            <a:rPr lang="fr-SN"/>
            <a:t>MDN Web Docs</a:t>
          </a:r>
          <a:endParaRPr lang="en-US"/>
        </a:p>
      </dgm:t>
    </dgm:pt>
    <dgm:pt modelId="{C364409D-3096-4879-B7F3-30F3E30D4CC2}" type="parTrans" cxnId="{1F1F3DA3-74B9-4511-A58B-0EA3F089C9B9}">
      <dgm:prSet/>
      <dgm:spPr/>
      <dgm:t>
        <a:bodyPr/>
        <a:lstStyle/>
        <a:p>
          <a:endParaRPr lang="en-US"/>
        </a:p>
      </dgm:t>
    </dgm:pt>
    <dgm:pt modelId="{91E6AB30-AD38-4786-A349-6D35784F5F51}" type="sibTrans" cxnId="{1F1F3DA3-74B9-4511-A58B-0EA3F089C9B9}">
      <dgm:prSet/>
      <dgm:spPr/>
      <dgm:t>
        <a:bodyPr/>
        <a:lstStyle/>
        <a:p>
          <a:endParaRPr lang="en-US"/>
        </a:p>
      </dgm:t>
    </dgm:pt>
    <dgm:pt modelId="{6946849E-5725-4733-907E-5B0C5196BF92}">
      <dgm:prSet/>
      <dgm:spPr/>
      <dgm:t>
        <a:bodyPr/>
        <a:lstStyle/>
        <a:p>
          <a:r>
            <a:rPr lang="fr-SN"/>
            <a:t>Bootstrap documentation</a:t>
          </a:r>
          <a:endParaRPr lang="en-US"/>
        </a:p>
      </dgm:t>
    </dgm:pt>
    <dgm:pt modelId="{B966440B-76AE-498D-9DCD-2714DF5B7D6A}" type="parTrans" cxnId="{4F1E274D-58B1-4351-B5AC-FFEEEB992894}">
      <dgm:prSet/>
      <dgm:spPr/>
      <dgm:t>
        <a:bodyPr/>
        <a:lstStyle/>
        <a:p>
          <a:endParaRPr lang="en-US"/>
        </a:p>
      </dgm:t>
    </dgm:pt>
    <dgm:pt modelId="{F28998B2-E672-4BAB-AAC8-1EA0AE1BEA41}" type="sibTrans" cxnId="{4F1E274D-58B1-4351-B5AC-FFEEEB992894}">
      <dgm:prSet/>
      <dgm:spPr/>
      <dgm:t>
        <a:bodyPr/>
        <a:lstStyle/>
        <a:p>
          <a:endParaRPr lang="en-US"/>
        </a:p>
      </dgm:t>
    </dgm:pt>
    <dgm:pt modelId="{AEDC029A-F1BB-456D-9709-EB8BB980B5DF}">
      <dgm:prSet/>
      <dgm:spPr/>
      <dgm:t>
        <a:bodyPr/>
        <a:lstStyle/>
        <a:p>
          <a:r>
            <a:rPr lang="fr-SN"/>
            <a:t>YouTube (tutoriels HTML/CSS/JS)</a:t>
          </a:r>
          <a:endParaRPr lang="en-US"/>
        </a:p>
      </dgm:t>
    </dgm:pt>
    <dgm:pt modelId="{E793A35E-6662-4C12-B1CA-677BEE29F6E5}" type="parTrans" cxnId="{D304E047-8AF6-41C6-9237-8484DB42D2A0}">
      <dgm:prSet/>
      <dgm:spPr/>
      <dgm:t>
        <a:bodyPr/>
        <a:lstStyle/>
        <a:p>
          <a:endParaRPr lang="en-US"/>
        </a:p>
      </dgm:t>
    </dgm:pt>
    <dgm:pt modelId="{3983070B-6F41-4CC5-9ACE-222B5EBEB92A}" type="sibTrans" cxnId="{D304E047-8AF6-41C6-9237-8484DB42D2A0}">
      <dgm:prSet/>
      <dgm:spPr/>
      <dgm:t>
        <a:bodyPr/>
        <a:lstStyle/>
        <a:p>
          <a:endParaRPr lang="en-US"/>
        </a:p>
      </dgm:t>
    </dgm:pt>
    <dgm:pt modelId="{534D8EC7-FBBD-4CFD-B99D-B27DF553BFAB}" type="pres">
      <dgm:prSet presAssocID="{54C2710F-E174-49B2-B8D3-33F73201DEC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DF0D4CE-0BDB-4737-8064-DDB43E01884A}" type="pres">
      <dgm:prSet presAssocID="{268F3EBF-8DAE-4947-AE70-FF3283B0BD89}" presName="hierRoot1" presStyleCnt="0"/>
      <dgm:spPr/>
    </dgm:pt>
    <dgm:pt modelId="{F360465C-2B6D-4F27-9A2B-2B3FAB7311FB}" type="pres">
      <dgm:prSet presAssocID="{268F3EBF-8DAE-4947-AE70-FF3283B0BD89}" presName="composite" presStyleCnt="0"/>
      <dgm:spPr/>
    </dgm:pt>
    <dgm:pt modelId="{1A44AE71-592C-47A5-9C26-B745D92766BD}" type="pres">
      <dgm:prSet presAssocID="{268F3EBF-8DAE-4947-AE70-FF3283B0BD89}" presName="background" presStyleLbl="node0" presStyleIdx="0" presStyleCnt="3"/>
      <dgm:spPr/>
    </dgm:pt>
    <dgm:pt modelId="{EE07A2F7-9C38-4C2D-9F22-3877046F5386}" type="pres">
      <dgm:prSet presAssocID="{268F3EBF-8DAE-4947-AE70-FF3283B0BD89}" presName="text" presStyleLbl="fgAcc0" presStyleIdx="0" presStyleCnt="3">
        <dgm:presLayoutVars>
          <dgm:chPref val="3"/>
        </dgm:presLayoutVars>
      </dgm:prSet>
      <dgm:spPr/>
    </dgm:pt>
    <dgm:pt modelId="{A8C0EC60-3705-463F-9D82-E52B2D0A2DDA}" type="pres">
      <dgm:prSet presAssocID="{268F3EBF-8DAE-4947-AE70-FF3283B0BD89}" presName="hierChild2" presStyleCnt="0"/>
      <dgm:spPr/>
    </dgm:pt>
    <dgm:pt modelId="{F6E345F0-027C-4DEF-8F84-2B2912F37F32}" type="pres">
      <dgm:prSet presAssocID="{6946849E-5725-4733-907E-5B0C5196BF92}" presName="hierRoot1" presStyleCnt="0"/>
      <dgm:spPr/>
    </dgm:pt>
    <dgm:pt modelId="{E04A73AB-95A6-4EBE-82B5-10A3AC18C48F}" type="pres">
      <dgm:prSet presAssocID="{6946849E-5725-4733-907E-5B0C5196BF92}" presName="composite" presStyleCnt="0"/>
      <dgm:spPr/>
    </dgm:pt>
    <dgm:pt modelId="{32CB67ED-BEA7-476A-B145-885C1B608DD8}" type="pres">
      <dgm:prSet presAssocID="{6946849E-5725-4733-907E-5B0C5196BF92}" presName="background" presStyleLbl="node0" presStyleIdx="1" presStyleCnt="3"/>
      <dgm:spPr/>
    </dgm:pt>
    <dgm:pt modelId="{2A26F18F-D56C-486C-AF9D-AC78206ECC8F}" type="pres">
      <dgm:prSet presAssocID="{6946849E-5725-4733-907E-5B0C5196BF92}" presName="text" presStyleLbl="fgAcc0" presStyleIdx="1" presStyleCnt="3">
        <dgm:presLayoutVars>
          <dgm:chPref val="3"/>
        </dgm:presLayoutVars>
      </dgm:prSet>
      <dgm:spPr/>
    </dgm:pt>
    <dgm:pt modelId="{7451E4F4-6962-460F-AC67-01F7FA979890}" type="pres">
      <dgm:prSet presAssocID="{6946849E-5725-4733-907E-5B0C5196BF92}" presName="hierChild2" presStyleCnt="0"/>
      <dgm:spPr/>
    </dgm:pt>
    <dgm:pt modelId="{4D9473F8-CFC9-4F81-A9CD-CBED080EC5EA}" type="pres">
      <dgm:prSet presAssocID="{AEDC029A-F1BB-456D-9709-EB8BB980B5DF}" presName="hierRoot1" presStyleCnt="0"/>
      <dgm:spPr/>
    </dgm:pt>
    <dgm:pt modelId="{22D1292A-6A7A-47CB-BC0F-ED2D04A8199D}" type="pres">
      <dgm:prSet presAssocID="{AEDC029A-F1BB-456D-9709-EB8BB980B5DF}" presName="composite" presStyleCnt="0"/>
      <dgm:spPr/>
    </dgm:pt>
    <dgm:pt modelId="{8DABD9A0-0D58-4A23-8508-ECAD8FD3AF3D}" type="pres">
      <dgm:prSet presAssocID="{AEDC029A-F1BB-456D-9709-EB8BB980B5DF}" presName="background" presStyleLbl="node0" presStyleIdx="2" presStyleCnt="3"/>
      <dgm:spPr/>
    </dgm:pt>
    <dgm:pt modelId="{BC93D300-DD1D-46BD-BDEE-34078A84EB38}" type="pres">
      <dgm:prSet presAssocID="{AEDC029A-F1BB-456D-9709-EB8BB980B5DF}" presName="text" presStyleLbl="fgAcc0" presStyleIdx="2" presStyleCnt="3">
        <dgm:presLayoutVars>
          <dgm:chPref val="3"/>
        </dgm:presLayoutVars>
      </dgm:prSet>
      <dgm:spPr/>
    </dgm:pt>
    <dgm:pt modelId="{768F8B6E-64B3-41F6-8CA1-9EFAA16ED305}" type="pres">
      <dgm:prSet presAssocID="{AEDC029A-F1BB-456D-9709-EB8BB980B5DF}" presName="hierChild2" presStyleCnt="0"/>
      <dgm:spPr/>
    </dgm:pt>
  </dgm:ptLst>
  <dgm:cxnLst>
    <dgm:cxn modelId="{0B4EA244-F531-432D-9F66-722A0EE859E6}" type="presOf" srcId="{268F3EBF-8DAE-4947-AE70-FF3283B0BD89}" destId="{EE07A2F7-9C38-4C2D-9F22-3877046F5386}" srcOrd="0" destOrd="0" presId="urn:microsoft.com/office/officeart/2005/8/layout/hierarchy1"/>
    <dgm:cxn modelId="{D304E047-8AF6-41C6-9237-8484DB42D2A0}" srcId="{54C2710F-E174-49B2-B8D3-33F73201DEC3}" destId="{AEDC029A-F1BB-456D-9709-EB8BB980B5DF}" srcOrd="2" destOrd="0" parTransId="{E793A35E-6662-4C12-B1CA-677BEE29F6E5}" sibTransId="{3983070B-6F41-4CC5-9ACE-222B5EBEB92A}"/>
    <dgm:cxn modelId="{4F1E274D-58B1-4351-B5AC-FFEEEB992894}" srcId="{54C2710F-E174-49B2-B8D3-33F73201DEC3}" destId="{6946849E-5725-4733-907E-5B0C5196BF92}" srcOrd="1" destOrd="0" parTransId="{B966440B-76AE-498D-9DCD-2714DF5B7D6A}" sibTransId="{F28998B2-E672-4BAB-AAC8-1EA0AE1BEA41}"/>
    <dgm:cxn modelId="{DE46C552-AC41-4993-A2B2-A8629F14E16F}" type="presOf" srcId="{6946849E-5725-4733-907E-5B0C5196BF92}" destId="{2A26F18F-D56C-486C-AF9D-AC78206ECC8F}" srcOrd="0" destOrd="0" presId="urn:microsoft.com/office/officeart/2005/8/layout/hierarchy1"/>
    <dgm:cxn modelId="{1F1F3DA3-74B9-4511-A58B-0EA3F089C9B9}" srcId="{54C2710F-E174-49B2-B8D3-33F73201DEC3}" destId="{268F3EBF-8DAE-4947-AE70-FF3283B0BD89}" srcOrd="0" destOrd="0" parTransId="{C364409D-3096-4879-B7F3-30F3E30D4CC2}" sibTransId="{91E6AB30-AD38-4786-A349-6D35784F5F51}"/>
    <dgm:cxn modelId="{6677F9EB-D8A7-4FF5-A74F-063B3BB3BD50}" type="presOf" srcId="{AEDC029A-F1BB-456D-9709-EB8BB980B5DF}" destId="{BC93D300-DD1D-46BD-BDEE-34078A84EB38}" srcOrd="0" destOrd="0" presId="urn:microsoft.com/office/officeart/2005/8/layout/hierarchy1"/>
    <dgm:cxn modelId="{4A0516F5-6B52-40C4-996B-87CC559CAAB1}" type="presOf" srcId="{54C2710F-E174-49B2-B8D3-33F73201DEC3}" destId="{534D8EC7-FBBD-4CFD-B99D-B27DF553BFAB}" srcOrd="0" destOrd="0" presId="urn:microsoft.com/office/officeart/2005/8/layout/hierarchy1"/>
    <dgm:cxn modelId="{1B0F1235-6D98-41F8-A1AA-879A60B78778}" type="presParOf" srcId="{534D8EC7-FBBD-4CFD-B99D-B27DF553BFAB}" destId="{7DF0D4CE-0BDB-4737-8064-DDB43E01884A}" srcOrd="0" destOrd="0" presId="urn:microsoft.com/office/officeart/2005/8/layout/hierarchy1"/>
    <dgm:cxn modelId="{16F43580-ACEF-498E-94A4-593758652E66}" type="presParOf" srcId="{7DF0D4CE-0BDB-4737-8064-DDB43E01884A}" destId="{F360465C-2B6D-4F27-9A2B-2B3FAB7311FB}" srcOrd="0" destOrd="0" presId="urn:microsoft.com/office/officeart/2005/8/layout/hierarchy1"/>
    <dgm:cxn modelId="{766473E1-1DF3-44D0-8D23-AEBADB42D761}" type="presParOf" srcId="{F360465C-2B6D-4F27-9A2B-2B3FAB7311FB}" destId="{1A44AE71-592C-47A5-9C26-B745D92766BD}" srcOrd="0" destOrd="0" presId="urn:microsoft.com/office/officeart/2005/8/layout/hierarchy1"/>
    <dgm:cxn modelId="{C11358FB-E79A-4FDF-8F6E-008BE5C0A580}" type="presParOf" srcId="{F360465C-2B6D-4F27-9A2B-2B3FAB7311FB}" destId="{EE07A2F7-9C38-4C2D-9F22-3877046F5386}" srcOrd="1" destOrd="0" presId="urn:microsoft.com/office/officeart/2005/8/layout/hierarchy1"/>
    <dgm:cxn modelId="{4F95409E-6AA5-47AE-A325-6BE3FD800F03}" type="presParOf" srcId="{7DF0D4CE-0BDB-4737-8064-DDB43E01884A}" destId="{A8C0EC60-3705-463F-9D82-E52B2D0A2DDA}" srcOrd="1" destOrd="0" presId="urn:microsoft.com/office/officeart/2005/8/layout/hierarchy1"/>
    <dgm:cxn modelId="{73F4B276-E4B2-453F-AB9B-CD6D07DBADB0}" type="presParOf" srcId="{534D8EC7-FBBD-4CFD-B99D-B27DF553BFAB}" destId="{F6E345F0-027C-4DEF-8F84-2B2912F37F32}" srcOrd="1" destOrd="0" presId="urn:microsoft.com/office/officeart/2005/8/layout/hierarchy1"/>
    <dgm:cxn modelId="{A8396BE5-8AB4-40DD-9E0D-7CBEE2A90C41}" type="presParOf" srcId="{F6E345F0-027C-4DEF-8F84-2B2912F37F32}" destId="{E04A73AB-95A6-4EBE-82B5-10A3AC18C48F}" srcOrd="0" destOrd="0" presId="urn:microsoft.com/office/officeart/2005/8/layout/hierarchy1"/>
    <dgm:cxn modelId="{12D9F951-E870-4C63-9ABC-CA223E0E99CF}" type="presParOf" srcId="{E04A73AB-95A6-4EBE-82B5-10A3AC18C48F}" destId="{32CB67ED-BEA7-476A-B145-885C1B608DD8}" srcOrd="0" destOrd="0" presId="urn:microsoft.com/office/officeart/2005/8/layout/hierarchy1"/>
    <dgm:cxn modelId="{C33D65FD-5242-4782-9C0A-60CD24E61484}" type="presParOf" srcId="{E04A73AB-95A6-4EBE-82B5-10A3AC18C48F}" destId="{2A26F18F-D56C-486C-AF9D-AC78206ECC8F}" srcOrd="1" destOrd="0" presId="urn:microsoft.com/office/officeart/2005/8/layout/hierarchy1"/>
    <dgm:cxn modelId="{482C0233-A56B-4013-AA78-A67F95396065}" type="presParOf" srcId="{F6E345F0-027C-4DEF-8F84-2B2912F37F32}" destId="{7451E4F4-6962-460F-AC67-01F7FA979890}" srcOrd="1" destOrd="0" presId="urn:microsoft.com/office/officeart/2005/8/layout/hierarchy1"/>
    <dgm:cxn modelId="{A26F2A97-88EC-4794-9F94-1B878CEBF09A}" type="presParOf" srcId="{534D8EC7-FBBD-4CFD-B99D-B27DF553BFAB}" destId="{4D9473F8-CFC9-4F81-A9CD-CBED080EC5EA}" srcOrd="2" destOrd="0" presId="urn:microsoft.com/office/officeart/2005/8/layout/hierarchy1"/>
    <dgm:cxn modelId="{0BEAD24E-14EC-474D-9DE1-4E6049E68E43}" type="presParOf" srcId="{4D9473F8-CFC9-4F81-A9CD-CBED080EC5EA}" destId="{22D1292A-6A7A-47CB-BC0F-ED2D04A8199D}" srcOrd="0" destOrd="0" presId="urn:microsoft.com/office/officeart/2005/8/layout/hierarchy1"/>
    <dgm:cxn modelId="{1E1673D1-FE44-4D4F-9252-B764208DD731}" type="presParOf" srcId="{22D1292A-6A7A-47CB-BC0F-ED2D04A8199D}" destId="{8DABD9A0-0D58-4A23-8508-ECAD8FD3AF3D}" srcOrd="0" destOrd="0" presId="urn:microsoft.com/office/officeart/2005/8/layout/hierarchy1"/>
    <dgm:cxn modelId="{228E6C65-5663-45C3-A7DD-2B32A75FEDC7}" type="presParOf" srcId="{22D1292A-6A7A-47CB-BC0F-ED2D04A8199D}" destId="{BC93D300-DD1D-46BD-BDEE-34078A84EB38}" srcOrd="1" destOrd="0" presId="urn:microsoft.com/office/officeart/2005/8/layout/hierarchy1"/>
    <dgm:cxn modelId="{D18BB72F-88A6-47C3-96A7-7957D00CEA93}" type="presParOf" srcId="{4D9473F8-CFC9-4F81-A9CD-CBED080EC5EA}" destId="{768F8B6E-64B3-41F6-8CA1-9EFAA16ED30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44AE71-592C-47A5-9C26-B745D92766BD}">
      <dsp:nvSpPr>
        <dsp:cNvPr id="0" name=""/>
        <dsp:cNvSpPr/>
      </dsp:nvSpPr>
      <dsp:spPr>
        <a:xfrm>
          <a:off x="0" y="1080567"/>
          <a:ext cx="2957512" cy="18780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E07A2F7-9C38-4C2D-9F22-3877046F5386}">
      <dsp:nvSpPr>
        <dsp:cNvPr id="0" name=""/>
        <dsp:cNvSpPr/>
      </dsp:nvSpPr>
      <dsp:spPr>
        <a:xfrm>
          <a:off x="328612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SN" sz="3000" kern="1200"/>
            <a:t>MDN Web Docs</a:t>
          </a:r>
          <a:endParaRPr lang="en-US" sz="3000" kern="1200"/>
        </a:p>
      </dsp:txBody>
      <dsp:txXfrm>
        <a:off x="383617" y="1447754"/>
        <a:ext cx="2847502" cy="1768010"/>
      </dsp:txXfrm>
    </dsp:sp>
    <dsp:sp modelId="{32CB67ED-BEA7-476A-B145-885C1B608DD8}">
      <dsp:nvSpPr>
        <dsp:cNvPr id="0" name=""/>
        <dsp:cNvSpPr/>
      </dsp:nvSpPr>
      <dsp:spPr>
        <a:xfrm>
          <a:off x="3614737" y="1080567"/>
          <a:ext cx="2957512" cy="18780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A26F18F-D56C-486C-AF9D-AC78206ECC8F}">
      <dsp:nvSpPr>
        <dsp:cNvPr id="0" name=""/>
        <dsp:cNvSpPr/>
      </dsp:nvSpPr>
      <dsp:spPr>
        <a:xfrm>
          <a:off x="3943350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SN" sz="3000" kern="1200"/>
            <a:t>Bootstrap documentation</a:t>
          </a:r>
          <a:endParaRPr lang="en-US" sz="3000" kern="1200"/>
        </a:p>
      </dsp:txBody>
      <dsp:txXfrm>
        <a:off x="3998355" y="1447754"/>
        <a:ext cx="2847502" cy="1768010"/>
      </dsp:txXfrm>
    </dsp:sp>
    <dsp:sp modelId="{8DABD9A0-0D58-4A23-8508-ECAD8FD3AF3D}">
      <dsp:nvSpPr>
        <dsp:cNvPr id="0" name=""/>
        <dsp:cNvSpPr/>
      </dsp:nvSpPr>
      <dsp:spPr>
        <a:xfrm>
          <a:off x="7229475" y="1080567"/>
          <a:ext cx="2957512" cy="18780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C93D300-DD1D-46BD-BDEE-34078A84EB38}">
      <dsp:nvSpPr>
        <dsp:cNvPr id="0" name=""/>
        <dsp:cNvSpPr/>
      </dsp:nvSpPr>
      <dsp:spPr>
        <a:xfrm>
          <a:off x="7558087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SN" sz="3000" kern="1200"/>
            <a:t>YouTube (tutoriels HTML/CSS/JS)</a:t>
          </a:r>
          <a:endParaRPr lang="en-US" sz="3000" kern="1200"/>
        </a:p>
      </dsp:txBody>
      <dsp:txXfrm>
        <a:off x="7613092" y="1447754"/>
        <a:ext cx="2847502" cy="17680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B6DA-B96A-437A-B416-74F6BA3044F9}" type="datetimeFigureOut">
              <a:rPr lang="fr-SN" smtClean="0"/>
              <a:t>28/06/2026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59B9C-E33B-4429-8CE3-0E8EF2C041B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147127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B6DA-B96A-437A-B416-74F6BA3044F9}" type="datetimeFigureOut">
              <a:rPr lang="fr-SN" smtClean="0"/>
              <a:t>28/06/2026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59B9C-E33B-4429-8CE3-0E8EF2C041B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463460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B6DA-B96A-437A-B416-74F6BA3044F9}" type="datetimeFigureOut">
              <a:rPr lang="fr-SN" smtClean="0"/>
              <a:t>28/06/2026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59B9C-E33B-4429-8CE3-0E8EF2C041B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973815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B6DA-B96A-437A-B416-74F6BA3044F9}" type="datetimeFigureOut">
              <a:rPr lang="fr-SN" smtClean="0"/>
              <a:t>28/06/2026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59B9C-E33B-4429-8CE3-0E8EF2C041B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500277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B6DA-B96A-437A-B416-74F6BA3044F9}" type="datetimeFigureOut">
              <a:rPr lang="fr-SN" smtClean="0"/>
              <a:t>28/06/2026</a:t>
            </a:fld>
            <a:endParaRPr lang="fr-S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59B9C-E33B-4429-8CE3-0E8EF2C041B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904207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B6DA-B96A-437A-B416-74F6BA3044F9}" type="datetimeFigureOut">
              <a:rPr lang="fr-SN" smtClean="0"/>
              <a:t>28/06/2026</a:t>
            </a:fld>
            <a:endParaRPr lang="fr-S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59B9C-E33B-4429-8CE3-0E8EF2C041B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864088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B6DA-B96A-437A-B416-74F6BA3044F9}" type="datetimeFigureOut">
              <a:rPr lang="fr-SN" smtClean="0"/>
              <a:t>28/06/2026</a:t>
            </a:fld>
            <a:endParaRPr lang="fr-S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59B9C-E33B-4429-8CE3-0E8EF2C041B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202185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B6DA-B96A-437A-B416-74F6BA3044F9}" type="datetimeFigureOut">
              <a:rPr lang="fr-SN" smtClean="0"/>
              <a:t>28/06/2026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59B9C-E33B-4429-8CE3-0E8EF2C041B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439501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B6DA-B96A-437A-B416-74F6BA3044F9}" type="datetimeFigureOut">
              <a:rPr lang="fr-SN" smtClean="0"/>
              <a:t>28/06/2026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59B9C-E33B-4429-8CE3-0E8EF2C041B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963633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B6DA-B96A-437A-B416-74F6BA3044F9}" type="datetimeFigureOut">
              <a:rPr lang="fr-SN" smtClean="0"/>
              <a:t>28/06/2026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59B9C-E33B-4429-8CE3-0E8EF2C041B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020234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B6DA-B96A-437A-B416-74F6BA3044F9}" type="datetimeFigureOut">
              <a:rPr lang="fr-SN" smtClean="0"/>
              <a:t>28/06/2026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59B9C-E33B-4429-8CE3-0E8EF2C041B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14301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8ECAB6DA-B96A-437A-B416-74F6BA3044F9}" type="datetimeFigureOut">
              <a:rPr lang="fr-SN" smtClean="0"/>
              <a:t>28/06/2026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4359B9C-E33B-4429-8CE3-0E8EF2C041B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34146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003113B-CCD5-62C0-0EF8-E12E18F5D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65" b="20942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8F570F6-0BF8-9EAB-F90C-32C3275C2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/>
              <a:t>Présentation projet : AfriTalent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C89E52C-9493-6E96-755E-C80F182EE4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Une plateforme mise en relation freelences et entreprise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Ndeye isseu Gueye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IAGE-NR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28/06/26</a:t>
            </a:r>
          </a:p>
        </p:txBody>
      </p:sp>
    </p:spTree>
    <p:extLst>
      <p:ext uri="{BB962C8B-B14F-4D97-AF65-F5344CB8AC3E}">
        <p14:creationId xmlns:p14="http://schemas.microsoft.com/office/powerpoint/2010/main" val="2373427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8B55DF-9212-0280-4A85-0B05A94FB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78" y="741391"/>
            <a:ext cx="4491821" cy="1616203"/>
          </a:xfrm>
        </p:spPr>
        <p:txBody>
          <a:bodyPr anchor="b">
            <a:normAutofit/>
          </a:bodyPr>
          <a:lstStyle/>
          <a:p>
            <a:r>
              <a:rPr lang="fr-SN" sz="3200"/>
              <a:t>Sommaire</a:t>
            </a:r>
          </a:p>
        </p:txBody>
      </p:sp>
      <p:pic>
        <p:nvPicPr>
          <p:cNvPr id="5" name="Picture 4" descr="Historique de la technologie des blocs bleus et des réseaux">
            <a:extLst>
              <a:ext uri="{FF2B5EF4-FFF2-40B4-BE49-F238E27FC236}">
                <a16:creationId xmlns:a16="http://schemas.microsoft.com/office/drawing/2014/main" id="{A091ED8E-0B30-0BD0-CABB-4C4783F92E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45" r="40456" b="-446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C63F69-DDB7-8011-C78B-A052251AC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78" y="2533476"/>
            <a:ext cx="4491820" cy="3447832"/>
          </a:xfrm>
        </p:spPr>
        <p:txBody>
          <a:bodyPr anchor="t">
            <a:normAutofit/>
          </a:bodyPr>
          <a:lstStyle/>
          <a:p>
            <a:r>
              <a:rPr lang="fr-FR" sz="1700"/>
              <a:t> Présentation du projet</a:t>
            </a:r>
          </a:p>
          <a:p>
            <a:r>
              <a:rPr lang="fr-FR" sz="1700"/>
              <a:t> Choix de design</a:t>
            </a:r>
          </a:p>
          <a:p>
            <a:r>
              <a:rPr lang="fr-FR" sz="1700"/>
              <a:t> Architecture du site</a:t>
            </a:r>
          </a:p>
          <a:p>
            <a:r>
              <a:rPr lang="fr-FR" sz="1700"/>
              <a:t> Points techniques</a:t>
            </a:r>
          </a:p>
          <a:p>
            <a:r>
              <a:rPr lang="fr-FR" sz="1700"/>
              <a:t> GitHub &amp; déploiement</a:t>
            </a:r>
          </a:p>
          <a:p>
            <a:r>
              <a:rPr lang="fr-FR" sz="1700"/>
              <a:t> Difficultés rencontrées</a:t>
            </a:r>
          </a:p>
          <a:p>
            <a:r>
              <a:rPr lang="fr-FR" sz="1700"/>
              <a:t> Ressources</a:t>
            </a:r>
          </a:p>
          <a:p>
            <a:r>
              <a:rPr lang="fr-FR" sz="1700"/>
              <a:t> Démonstration</a:t>
            </a:r>
          </a:p>
          <a:p>
            <a:r>
              <a:rPr lang="fr-FR" sz="1700"/>
              <a:t> Conclusion</a:t>
            </a:r>
            <a:endParaRPr lang="fr-SN" sz="1700"/>
          </a:p>
        </p:txBody>
      </p:sp>
    </p:spTree>
    <p:extLst>
      <p:ext uri="{BB962C8B-B14F-4D97-AF65-F5344CB8AC3E}">
        <p14:creationId xmlns:p14="http://schemas.microsoft.com/office/powerpoint/2010/main" val="2895403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4937F19-C5EB-728C-0EFE-27FE59795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fr-FR" sz="4000"/>
              <a:t>Présentation du projet</a:t>
            </a:r>
            <a:br>
              <a:rPr lang="fr-FR" sz="4000"/>
            </a:br>
            <a:endParaRPr lang="fr-SN" sz="4000"/>
          </a:p>
        </p:txBody>
      </p:sp>
      <p:sp>
        <p:nvSpPr>
          <p:cNvPr id="21" name="Espace réservé du contenu 2">
            <a:extLst>
              <a:ext uri="{FF2B5EF4-FFF2-40B4-BE49-F238E27FC236}">
                <a16:creationId xmlns:a16="http://schemas.microsoft.com/office/drawing/2014/main" id="{E0B64E7F-98A9-180B-B028-C15690370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700"/>
          </a:p>
          <a:p>
            <a:r>
              <a:rPr lang="fr-FR" sz="1700"/>
              <a:t>Contexte :</a:t>
            </a:r>
          </a:p>
          <a:p>
            <a:pPr marL="0" indent="0">
              <a:buNone/>
            </a:pPr>
            <a:r>
              <a:rPr lang="fr-FR" sz="1700"/>
              <a:t>Besoin d’une plateforme pour connecter les freelances et les entreprises en Afrique.</a:t>
            </a:r>
          </a:p>
          <a:p>
            <a:endParaRPr lang="fr-FR" sz="1700"/>
          </a:p>
          <a:p>
            <a:r>
              <a:rPr lang="fr-FR" sz="1700"/>
              <a:t>Objectif :</a:t>
            </a:r>
          </a:p>
          <a:p>
            <a:pPr marL="0" indent="0">
              <a:buNone/>
            </a:pPr>
            <a:r>
              <a:rPr lang="fr-FR" sz="1700"/>
              <a:t>Créer une interface moderne et simple pour faciliter la recherche de talents.</a:t>
            </a:r>
          </a:p>
          <a:p>
            <a:endParaRPr lang="fr-FR" sz="1700"/>
          </a:p>
          <a:p>
            <a:r>
              <a:rPr lang="fr-FR" sz="1700"/>
              <a:t>Public cible :</a:t>
            </a:r>
          </a:p>
          <a:p>
            <a:pPr marL="0" indent="0">
              <a:buNone/>
            </a:pPr>
            <a:r>
              <a:rPr lang="fr-FR" sz="1700"/>
              <a:t>Freelances, entreprises, recruteur</a:t>
            </a:r>
            <a:endParaRPr lang="fr-SN" sz="1700"/>
          </a:p>
        </p:txBody>
      </p:sp>
      <p:pic>
        <p:nvPicPr>
          <p:cNvPr id="22" name="Picture 4" descr="Arrière-plan de technologies réseau">
            <a:extLst>
              <a:ext uri="{FF2B5EF4-FFF2-40B4-BE49-F238E27FC236}">
                <a16:creationId xmlns:a16="http://schemas.microsoft.com/office/drawing/2014/main" id="{D579C640-A851-D51F-00E2-21F0E79503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542" r="10222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0784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42CE9E-8635-8825-B45E-406C157D2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Choix de design (couleurs)</a:t>
            </a:r>
            <a:br>
              <a:rPr lang="fr-FR" dirty="0"/>
            </a:br>
            <a:endParaRPr lang="fr-S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494575-6C4D-A527-F561-F3669693B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Bleu principal : #0D6EFD → confiance et professionnalisme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Fond clair : #F8F9FA lisibilité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Texte : #212529  contraste fort</a:t>
            </a:r>
          </a:p>
        </p:txBody>
      </p:sp>
    </p:spTree>
    <p:extLst>
      <p:ext uri="{BB962C8B-B14F-4D97-AF65-F5344CB8AC3E}">
        <p14:creationId xmlns:p14="http://schemas.microsoft.com/office/powerpoint/2010/main" val="1596728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A670569-CB0B-0CE8-A1BC-BB0272B79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fr-FR" sz="4000">
                <a:solidFill>
                  <a:srgbClr val="FFFFFF"/>
                </a:solidFill>
              </a:rPr>
              <a:t>Choix de design (polices + inspiration)</a:t>
            </a:r>
            <a:br>
              <a:rPr lang="fr-FR" sz="4000">
                <a:solidFill>
                  <a:srgbClr val="FFFFFF"/>
                </a:solidFill>
              </a:rPr>
            </a:br>
            <a:endParaRPr lang="fr-SN" sz="4000">
              <a:solidFill>
                <a:srgbClr val="FFFFFF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5368BD-0C30-8ABD-EB7E-CECF57A47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2000"/>
          </a:p>
          <a:p>
            <a:pPr marL="0" indent="0">
              <a:buNone/>
            </a:pPr>
            <a:r>
              <a:rPr lang="fr-FR" sz="2000"/>
              <a:t>Polices :</a:t>
            </a:r>
          </a:p>
          <a:p>
            <a:pPr marL="0" indent="0">
              <a:buNone/>
            </a:pPr>
            <a:r>
              <a:rPr lang="fr-FR" sz="2000"/>
              <a:t> Poppins → moderne et design</a:t>
            </a:r>
          </a:p>
          <a:p>
            <a:pPr marL="0" indent="0">
              <a:buNone/>
            </a:pPr>
            <a:r>
              <a:rPr lang="fr-FR" sz="2000"/>
              <a:t> Roboto → simple et lisible</a:t>
            </a:r>
          </a:p>
          <a:p>
            <a:pPr marL="0" indent="0">
              <a:buNone/>
            </a:pPr>
            <a:endParaRPr lang="fr-FR" sz="2000"/>
          </a:p>
          <a:p>
            <a:pPr marL="0" indent="0">
              <a:buNone/>
            </a:pPr>
            <a:r>
              <a:rPr lang="fr-FR" sz="2000"/>
              <a:t>Inspirations :</a:t>
            </a:r>
          </a:p>
          <a:p>
            <a:pPr marL="0" indent="0">
              <a:buNone/>
            </a:pPr>
            <a:r>
              <a:rPr lang="fr-FR" sz="2000"/>
              <a:t> Fiverr</a:t>
            </a:r>
          </a:p>
          <a:p>
            <a:pPr marL="0" indent="0">
              <a:buNone/>
            </a:pPr>
            <a:r>
              <a:rPr lang="fr-FR" sz="2000"/>
              <a:t> Upwork</a:t>
            </a:r>
          </a:p>
          <a:p>
            <a:pPr marL="0" indent="0">
              <a:buNone/>
            </a:pPr>
            <a:endParaRPr lang="fr-FR" sz="2000"/>
          </a:p>
          <a:p>
            <a:pPr marL="0" indent="0">
              <a:buNone/>
            </a:pPr>
            <a:r>
              <a:rPr lang="fr-FR" sz="2000"/>
              <a:t>Objectif UX :</a:t>
            </a:r>
          </a:p>
          <a:p>
            <a:pPr marL="0" indent="0">
              <a:buNone/>
            </a:pPr>
            <a:r>
              <a:rPr lang="fr-FR" sz="2000"/>
              <a:t>Interface simple, rapide et responsive</a:t>
            </a:r>
          </a:p>
        </p:txBody>
      </p:sp>
    </p:spTree>
    <p:extLst>
      <p:ext uri="{BB962C8B-B14F-4D97-AF65-F5344CB8AC3E}">
        <p14:creationId xmlns:p14="http://schemas.microsoft.com/office/powerpoint/2010/main" val="2141995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ACB5C09-0929-B1F4-3248-D074D47BF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fr-FR" sz="4000">
                <a:solidFill>
                  <a:srgbClr val="FFFFFF"/>
                </a:solidFill>
              </a:rPr>
              <a:t>Architecture du site</a:t>
            </a:r>
            <a:br>
              <a:rPr lang="fr-FR" sz="4000">
                <a:solidFill>
                  <a:srgbClr val="FFFFFF"/>
                </a:solidFill>
              </a:rPr>
            </a:br>
            <a:endParaRPr lang="fr-SN" sz="4000">
              <a:solidFill>
                <a:srgbClr val="FFFFFF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68EB26-D84A-34F5-CD81-7A3DB4FDF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2000"/>
          </a:p>
          <a:p>
            <a:r>
              <a:rPr lang="fr-FR" sz="2000"/>
              <a:t> Page d’accueil</a:t>
            </a:r>
          </a:p>
          <a:p>
            <a:r>
              <a:rPr lang="fr-FR" sz="2000"/>
              <a:t> Liste des freelances</a:t>
            </a:r>
          </a:p>
          <a:p>
            <a:r>
              <a:rPr lang="fr-FR" sz="2000"/>
              <a:t> Détails profil</a:t>
            </a:r>
          </a:p>
          <a:p>
            <a:r>
              <a:rPr lang="fr-FR" sz="2000"/>
              <a:t> Formulaire de contact</a:t>
            </a:r>
          </a:p>
          <a:p>
            <a:pPr marL="0" indent="0">
              <a:buNone/>
            </a:pPr>
            <a:endParaRPr lang="fr-SN" sz="2000"/>
          </a:p>
        </p:txBody>
      </p:sp>
    </p:spTree>
    <p:extLst>
      <p:ext uri="{BB962C8B-B14F-4D97-AF65-F5344CB8AC3E}">
        <p14:creationId xmlns:p14="http://schemas.microsoft.com/office/powerpoint/2010/main" val="3820720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BA26920-A567-71C2-281D-FE21C7228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fr-SN" sz="4000">
                <a:solidFill>
                  <a:srgbClr val="FFFFFF"/>
                </a:solidFill>
              </a:rPr>
              <a:t>Arborescence du cite</a:t>
            </a:r>
          </a:p>
        </p:txBody>
      </p:sp>
      <p:sp>
        <p:nvSpPr>
          <p:cNvPr id="25" name="Espace réservé du contenu 2">
            <a:extLst>
              <a:ext uri="{FF2B5EF4-FFF2-40B4-BE49-F238E27FC236}">
                <a16:creationId xmlns:a16="http://schemas.microsoft.com/office/drawing/2014/main" id="{617ADF04-839B-B71C-9D49-F207148C7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fr-FR" sz="2000"/>
              <a:t>Accueil </a:t>
            </a:r>
          </a:p>
          <a:p>
            <a:r>
              <a:rPr lang="fr-FR" sz="2000"/>
              <a:t> Freelances </a:t>
            </a:r>
          </a:p>
          <a:p>
            <a:r>
              <a:rPr lang="fr-FR" sz="2000"/>
              <a:t> Services </a:t>
            </a:r>
          </a:p>
          <a:p>
            <a:r>
              <a:rPr lang="fr-FR" sz="2000"/>
              <a:t>À propos </a:t>
            </a:r>
          </a:p>
          <a:p>
            <a:r>
              <a:rPr lang="fr-FR" sz="2000"/>
              <a:t>Contact</a:t>
            </a:r>
            <a:endParaRPr lang="fr-SN" sz="2000"/>
          </a:p>
        </p:txBody>
      </p:sp>
    </p:spTree>
    <p:extLst>
      <p:ext uri="{BB962C8B-B14F-4D97-AF65-F5344CB8AC3E}">
        <p14:creationId xmlns:p14="http://schemas.microsoft.com/office/powerpoint/2010/main" val="603984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81EDBE2-2B6F-A410-359F-2BA20EC15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fr-SN" sz="4800"/>
              <a:t>Github et Deploiement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7CFC82-8D17-7E10-9B67-F2E328C93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r>
              <a:rPr lang="fr-SN" sz="2200"/>
              <a:t>Projet stocké sur GitHub</a:t>
            </a:r>
          </a:p>
          <a:p>
            <a:r>
              <a:rPr lang="fr-SN" sz="2200"/>
              <a:t> Utilisation de commits réguliers</a:t>
            </a:r>
          </a:p>
          <a:p>
            <a:r>
              <a:rPr lang="fr-SN" sz="2200"/>
              <a:t> Workflow : commit → push → deploy</a:t>
            </a:r>
          </a:p>
          <a:p>
            <a:r>
              <a:rPr lang="fr-SN" sz="2200"/>
              <a:t> GitHub Pages activé</a:t>
            </a:r>
          </a:p>
          <a:p>
            <a:r>
              <a:rPr lang="fr-SN" sz="2200"/>
              <a:t> Lien du site : [ton lien ici]</a:t>
            </a:r>
          </a:p>
        </p:txBody>
      </p:sp>
    </p:spTree>
    <p:extLst>
      <p:ext uri="{BB962C8B-B14F-4D97-AF65-F5344CB8AC3E}">
        <p14:creationId xmlns:p14="http://schemas.microsoft.com/office/powerpoint/2010/main" val="3780850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2D3C05-973A-C6BF-40CA-16C30AB2283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2132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314BC16-16FF-4586-EB2B-30CC8FB18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r-SN" dirty="0"/>
              <a:t>Ressources utilisées</a:t>
            </a:r>
            <a:br>
              <a:rPr lang="fr-SN" dirty="0"/>
            </a:br>
            <a:endParaRPr lang="fr-SN" dirty="0"/>
          </a:p>
        </p:txBody>
      </p:sp>
      <p:graphicFrame>
        <p:nvGraphicFramePr>
          <p:cNvPr id="11" name="Espace réservé du contenu 2">
            <a:extLst>
              <a:ext uri="{FF2B5EF4-FFF2-40B4-BE49-F238E27FC236}">
                <a16:creationId xmlns:a16="http://schemas.microsoft.com/office/drawing/2014/main" id="{00578A97-D8B5-016E-0B40-5103975226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642182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09068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hoto inclinée d’un homme qui garde le crayon sur un catalogue de couleur">
            <a:extLst>
              <a:ext uri="{FF2B5EF4-FFF2-40B4-BE49-F238E27FC236}">
                <a16:creationId xmlns:a16="http://schemas.microsoft.com/office/drawing/2014/main" id="{51FC11CC-EAFF-13F2-BA8A-63CB2085CFE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8340" b="739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5AFAF79-33A0-A194-A7CA-1B8BBBB1C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r-FR" dirty="0"/>
              <a:t>Démonstration du site</a:t>
            </a:r>
            <a:br>
              <a:rPr lang="fr-FR" dirty="0"/>
            </a:br>
            <a:endParaRPr lang="fr-S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348761-E7B9-D801-DEA7-CC8665B2A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dirty="0"/>
          </a:p>
          <a:p>
            <a:r>
              <a:rPr lang="fr-FR" dirty="0"/>
              <a:t> Navigation entre les pages</a:t>
            </a:r>
          </a:p>
          <a:p>
            <a:r>
              <a:rPr lang="fr-FR" dirty="0"/>
              <a:t> Test du filtre freelance</a:t>
            </a:r>
          </a:p>
          <a:p>
            <a:r>
              <a:rPr lang="fr-FR" dirty="0"/>
              <a:t> Test du formulaire de contact</a:t>
            </a:r>
          </a:p>
          <a:p>
            <a:r>
              <a:rPr lang="fr-FR" dirty="0"/>
              <a:t> Site responsive mobile/desktop</a:t>
            </a:r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68940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C5F1C36-A6BE-8DD5-115D-85670D9DF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fr-FR" sz="4800"/>
              <a:t>Conclusion</a:t>
            </a:r>
            <a:br>
              <a:rPr lang="fr-FR" sz="4800"/>
            </a:br>
            <a:endParaRPr lang="fr-SN" sz="4800"/>
          </a:p>
        </p:txBody>
      </p:sp>
      <p:sp>
        <p:nvSpPr>
          <p:cNvPr id="28" name="Espace réservé du contenu 2">
            <a:extLst>
              <a:ext uri="{FF2B5EF4-FFF2-40B4-BE49-F238E27FC236}">
                <a16:creationId xmlns:a16="http://schemas.microsoft.com/office/drawing/2014/main" id="{870EB727-E87A-424A-2D6C-9FA1BBDCD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2400"/>
          </a:p>
          <a:p>
            <a:r>
              <a:rPr lang="fr-FR" sz="2400"/>
              <a:t> Projet finalisé avec succès</a:t>
            </a:r>
          </a:p>
          <a:p>
            <a:r>
              <a:rPr lang="fr-FR" sz="2400"/>
              <a:t> Objectifs atteints</a:t>
            </a:r>
          </a:p>
          <a:p>
            <a:r>
              <a:rPr lang="fr-FR" sz="2400"/>
              <a:t> Site fonctionnel et moderne</a:t>
            </a:r>
            <a:endParaRPr lang="fr-SN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0791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275</Words>
  <Application>Microsoft Office PowerPoint</Application>
  <PresentationFormat>Grand écran</PresentationFormat>
  <Paragraphs>77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Présentation projet : AfriTalent</vt:lpstr>
      <vt:lpstr>Sommaire</vt:lpstr>
      <vt:lpstr>Présentation du projet </vt:lpstr>
      <vt:lpstr>Choix de design (couleurs) </vt:lpstr>
      <vt:lpstr>Choix de design (polices + inspiration) </vt:lpstr>
      <vt:lpstr>Architecture du site </vt:lpstr>
      <vt:lpstr>Arborescence du cite</vt:lpstr>
      <vt:lpstr>Github et Deploiement</vt:lpstr>
      <vt:lpstr>Ressources utilisées </vt:lpstr>
      <vt:lpstr>Démonstration du site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Ndeye Isseu GUEYE</dc:creator>
  <cp:lastModifiedBy>Ndeye Isseu GUEYE</cp:lastModifiedBy>
  <cp:revision>1</cp:revision>
  <dcterms:created xsi:type="dcterms:W3CDTF">2026-06-28T22:14:24Z</dcterms:created>
  <dcterms:modified xsi:type="dcterms:W3CDTF">2026-06-28T22:47:57Z</dcterms:modified>
</cp:coreProperties>
</file>